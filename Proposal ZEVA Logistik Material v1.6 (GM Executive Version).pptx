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us Jakarta Sans" panose="020B0604020202020204" charset="0"/>
      <p:regular r:id="rId10"/>
      <p:bold r:id="rId11"/>
      <p:italic r:id="rId12"/>
      <p:boldItalic r:id="rId13"/>
    </p:embeddedFont>
    <p:embeddedFont>
      <p:font typeface="Space Grotesk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134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Slide 1: Executive Summary (Waktu: 1 Menit)</a:t>
            </a:r>
          </a:p>
          <a:p>
            <a:r>
              <a:rPr lang="en-US" b="1" dirty="0" err="1"/>
              <a:t>Pesan</a:t>
            </a:r>
            <a:r>
              <a:rPr lang="en-US" b="1" dirty="0"/>
              <a:t> Utama:</a:t>
            </a:r>
            <a:r>
              <a:rPr lang="en-US" dirty="0"/>
              <a:t> Solusi </a:t>
            </a:r>
            <a:r>
              <a:rPr lang="en-US" dirty="0" err="1"/>
              <a:t>sistematis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QR Code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 </a:t>
            </a:r>
            <a:r>
              <a:rPr lang="en-US" i="1" dirty="0"/>
              <a:t>Delivery Lead Time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50% dan </a:t>
            </a:r>
            <a:r>
              <a:rPr lang="en-US" dirty="0" err="1"/>
              <a:t>menaikkan</a:t>
            </a:r>
            <a:r>
              <a:rPr lang="en-US" dirty="0"/>
              <a:t> </a:t>
            </a:r>
            <a:r>
              <a:rPr lang="en-US" i="1" dirty="0"/>
              <a:t>Line Efficiency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+8.5%.</a:t>
            </a:r>
          </a:p>
          <a:p>
            <a:r>
              <a:rPr lang="en-US" b="1" dirty="0" err="1"/>
              <a:t>Naskah</a:t>
            </a:r>
            <a:r>
              <a:rPr lang="en-US" b="1" dirty="0"/>
              <a:t> </a:t>
            </a:r>
            <a:r>
              <a:rPr lang="en-US" b="1" dirty="0" err="1"/>
              <a:t>Presentasi</a:t>
            </a:r>
            <a:r>
              <a:rPr lang="en-US" b="1" dirty="0"/>
              <a:t> (Apa yang Anda </a:t>
            </a:r>
            <a:r>
              <a:rPr lang="en-US" b="1" dirty="0" err="1"/>
              <a:t>Ucapkan</a:t>
            </a:r>
            <a:r>
              <a:rPr lang="en-US" b="1" dirty="0"/>
              <a:t>):</a:t>
            </a:r>
            <a:endParaRPr lang="en-US" dirty="0"/>
          </a:p>
          <a:p>
            <a:r>
              <a:rPr lang="en-US" i="1" dirty="0"/>
              <a:t>"Selamat </a:t>
            </a:r>
            <a:r>
              <a:rPr lang="en-US" i="1" dirty="0" err="1"/>
              <a:t>pagi</a:t>
            </a:r>
            <a:r>
              <a:rPr lang="en-US" i="1" dirty="0"/>
              <a:t>/</a:t>
            </a:r>
            <a:r>
              <a:rPr lang="en-US" i="1" dirty="0" err="1"/>
              <a:t>siang</a:t>
            </a:r>
            <a:r>
              <a:rPr lang="en-US" i="1" dirty="0"/>
              <a:t> Pak GM dan Bapak/Ibu Management.</a:t>
            </a:r>
            <a:endParaRPr lang="en-US" dirty="0"/>
          </a:p>
          <a:p>
            <a:r>
              <a:rPr lang="en-US" i="1" dirty="0"/>
              <a:t>Hari </a:t>
            </a:r>
            <a:r>
              <a:rPr lang="en-US" i="1" dirty="0" err="1"/>
              <a:t>ini</a:t>
            </a:r>
            <a:r>
              <a:rPr lang="en-US" i="1" dirty="0"/>
              <a:t> </a:t>
            </a:r>
            <a:r>
              <a:rPr lang="en-US" i="1" dirty="0" err="1"/>
              <a:t>saya</a:t>
            </a:r>
            <a:r>
              <a:rPr lang="en-US" i="1" dirty="0"/>
              <a:t> </a:t>
            </a:r>
            <a:r>
              <a:rPr lang="en-US" i="1" dirty="0" err="1"/>
              <a:t>mengajukan</a:t>
            </a:r>
            <a:r>
              <a:rPr lang="en-US" i="1" dirty="0"/>
              <a:t> proposal </a:t>
            </a:r>
            <a:r>
              <a:rPr lang="en-US" i="1" dirty="0" err="1"/>
              <a:t>implementasi</a:t>
            </a:r>
            <a:r>
              <a:rPr lang="en-US" i="1" dirty="0"/>
              <a:t> </a:t>
            </a:r>
            <a:r>
              <a:rPr lang="en-US" b="1" i="1" dirty="0" err="1"/>
              <a:t>Sistem</a:t>
            </a:r>
            <a:r>
              <a:rPr lang="en-US" b="1" i="1" dirty="0"/>
              <a:t> ZEVA Logistik Material v1.6</a:t>
            </a:r>
            <a:r>
              <a:rPr lang="en-US" i="1" dirty="0"/>
              <a:t>. Latar </a:t>
            </a:r>
            <a:r>
              <a:rPr lang="en-US" i="1" dirty="0" err="1"/>
              <a:t>belakang</a:t>
            </a:r>
            <a:r>
              <a:rPr lang="en-US" i="1" dirty="0"/>
              <a:t> </a:t>
            </a:r>
            <a:r>
              <a:rPr lang="en-US" i="1" dirty="0" err="1"/>
              <a:t>utama</a:t>
            </a:r>
            <a:r>
              <a:rPr lang="en-US" i="1" dirty="0"/>
              <a:t> proposal </a:t>
            </a:r>
            <a:r>
              <a:rPr lang="en-US" i="1" dirty="0" err="1"/>
              <a:t>ini</a:t>
            </a:r>
            <a:r>
              <a:rPr lang="en-US" i="1" dirty="0"/>
              <a:t> </a:t>
            </a:r>
            <a:r>
              <a:rPr lang="en-US" i="1" dirty="0" err="1"/>
              <a:t>adalah</a:t>
            </a:r>
            <a:r>
              <a:rPr lang="en-US" i="1" dirty="0"/>
              <a:t> </a:t>
            </a:r>
            <a:r>
              <a:rPr lang="en-US" i="1" dirty="0" err="1"/>
              <a:t>untuk</a:t>
            </a:r>
            <a:r>
              <a:rPr lang="en-US" i="1" dirty="0"/>
              <a:t> </a:t>
            </a:r>
            <a:r>
              <a:rPr lang="en-US" i="1" dirty="0" err="1"/>
              <a:t>menyelesaikan</a:t>
            </a:r>
            <a:r>
              <a:rPr lang="en-US" i="1" dirty="0"/>
              <a:t> </a:t>
            </a:r>
            <a:r>
              <a:rPr lang="en-US" i="1" dirty="0" err="1"/>
              <a:t>masalah</a:t>
            </a:r>
            <a:r>
              <a:rPr lang="en-US" i="1" dirty="0"/>
              <a:t> bottleneck </a:t>
            </a:r>
            <a:r>
              <a:rPr lang="en-US" i="1" dirty="0" err="1"/>
              <a:t>suplai</a:t>
            </a:r>
            <a:r>
              <a:rPr lang="en-US" i="1" dirty="0"/>
              <a:t> material </a:t>
            </a:r>
            <a:r>
              <a:rPr lang="en-US" i="1" dirty="0" err="1"/>
              <a:t>dari</a:t>
            </a:r>
            <a:r>
              <a:rPr lang="en-US" i="1" dirty="0"/>
              <a:t> </a:t>
            </a:r>
            <a:r>
              <a:rPr lang="en-US" i="1" dirty="0" err="1"/>
              <a:t>gudang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</a:t>
            </a:r>
            <a:r>
              <a:rPr lang="en-US" i="1" dirty="0" err="1"/>
              <a:t>lini</a:t>
            </a:r>
            <a:r>
              <a:rPr lang="en-US" i="1" dirty="0"/>
              <a:t> </a:t>
            </a:r>
            <a:r>
              <a:rPr lang="en-US" i="1" dirty="0" err="1"/>
              <a:t>produksi</a:t>
            </a:r>
            <a:r>
              <a:rPr lang="en-US" i="1" dirty="0"/>
              <a:t>.</a:t>
            </a:r>
            <a:endParaRPr lang="en-US" dirty="0"/>
          </a:p>
          <a:p>
            <a:r>
              <a:rPr lang="en-US" i="1" dirty="0"/>
              <a:t>Tiga </a:t>
            </a:r>
            <a:r>
              <a:rPr lang="en-US" i="1" dirty="0" err="1"/>
              <a:t>poin</a:t>
            </a:r>
            <a:r>
              <a:rPr lang="en-US" i="1" dirty="0"/>
              <a:t> </a:t>
            </a:r>
            <a:r>
              <a:rPr lang="en-US" i="1" dirty="0" err="1"/>
              <a:t>utama</a:t>
            </a:r>
            <a:r>
              <a:rPr lang="en-US" i="1" dirty="0"/>
              <a:t> yang </a:t>
            </a:r>
            <a:r>
              <a:rPr lang="en-US" i="1" dirty="0" err="1"/>
              <a:t>menjadi</a:t>
            </a:r>
            <a:r>
              <a:rPr lang="en-US" i="1" dirty="0"/>
              <a:t> target </a:t>
            </a:r>
            <a:r>
              <a:rPr lang="en-US" i="1" dirty="0" err="1"/>
              <a:t>kita</a:t>
            </a:r>
            <a:r>
              <a:rPr lang="en-US" i="1" dirty="0"/>
              <a:t> </a:t>
            </a:r>
            <a:r>
              <a:rPr lang="en-US" i="1" dirty="0" err="1"/>
              <a:t>adalah</a:t>
            </a:r>
            <a:r>
              <a:rPr lang="en-US" i="1" dirty="0"/>
              <a:t>:</a:t>
            </a:r>
            <a:endParaRPr lang="en-US" dirty="0"/>
          </a:p>
          <a:p>
            <a:pPr lvl="1"/>
            <a:r>
              <a:rPr lang="en-US" b="1" dirty="0" err="1"/>
              <a:t>Memotong</a:t>
            </a:r>
            <a:r>
              <a:rPr lang="en-US" b="1" dirty="0"/>
              <a:t> Delivery Lead Time </a:t>
            </a:r>
            <a:r>
              <a:rPr lang="en-US" b="1" dirty="0" err="1"/>
              <a:t>sebesar</a:t>
            </a:r>
            <a:r>
              <a:rPr lang="en-US" b="1" dirty="0"/>
              <a:t> 50%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rata-rata 12 </a:t>
            </a:r>
            <a:r>
              <a:rPr lang="en-US" dirty="0" err="1"/>
              <a:t>menit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6 </a:t>
            </a:r>
            <a:r>
              <a:rPr lang="en-US" dirty="0" err="1"/>
              <a:t>menit</a:t>
            </a:r>
            <a:r>
              <a:rPr lang="en-US" dirty="0"/>
              <a:t> per siklus.*</a:t>
            </a:r>
          </a:p>
          <a:p>
            <a:pPr lvl="1"/>
            <a:r>
              <a:rPr lang="en-US" b="1" dirty="0" err="1"/>
              <a:t>Meningkatkan</a:t>
            </a:r>
            <a:r>
              <a:rPr lang="en-US" b="1" dirty="0"/>
              <a:t> Line Efficiency </a:t>
            </a:r>
            <a:r>
              <a:rPr lang="en-US" b="1" dirty="0" err="1"/>
              <a:t>sebesar</a:t>
            </a:r>
            <a:r>
              <a:rPr lang="en-US" b="1" dirty="0"/>
              <a:t> +8.5%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pencegahan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Line Stop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terlambat</a:t>
            </a:r>
            <a:r>
              <a:rPr lang="en-US" dirty="0"/>
              <a:t> suplai.*</a:t>
            </a:r>
          </a:p>
          <a:p>
            <a:pPr lvl="1"/>
            <a:r>
              <a:rPr lang="en-US" b="1" dirty="0"/>
              <a:t>Data </a:t>
            </a:r>
            <a:r>
              <a:rPr lang="en-US" b="1" dirty="0" err="1"/>
              <a:t>Akurasi</a:t>
            </a:r>
            <a:r>
              <a:rPr lang="en-US" b="1" dirty="0"/>
              <a:t> 100% Real-Time</a:t>
            </a:r>
            <a:r>
              <a:rPr lang="en-US" dirty="0"/>
              <a:t>, </a:t>
            </a: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kirim</a:t>
            </a:r>
            <a:r>
              <a:rPr lang="en-US" dirty="0"/>
              <a:t> dan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operator </a:t>
            </a:r>
            <a:r>
              <a:rPr lang="en-US" dirty="0" err="1"/>
              <a:t>secara</a:t>
            </a:r>
            <a:r>
              <a:rPr lang="en-US" dirty="0"/>
              <a:t> presisi.*</a:t>
            </a:r>
          </a:p>
          <a:p>
            <a:r>
              <a:rPr lang="en-US" i="1" dirty="0" err="1"/>
              <a:t>Sistem</a:t>
            </a:r>
            <a:r>
              <a:rPr lang="en-US" i="1" dirty="0"/>
              <a:t> </a:t>
            </a:r>
            <a:r>
              <a:rPr lang="en-US" i="1" dirty="0" err="1"/>
              <a:t>ini</a:t>
            </a:r>
            <a:r>
              <a:rPr lang="en-US" i="1" dirty="0"/>
              <a:t> </a:t>
            </a:r>
            <a:r>
              <a:rPr lang="en-US" i="1" dirty="0" err="1"/>
              <a:t>dirancang</a:t>
            </a:r>
            <a:r>
              <a:rPr lang="en-US" i="1" dirty="0"/>
              <a:t> sangat </a:t>
            </a:r>
            <a:r>
              <a:rPr lang="en-US" i="1" dirty="0" err="1"/>
              <a:t>ringan</a:t>
            </a:r>
            <a:r>
              <a:rPr lang="en-US" i="1" dirty="0"/>
              <a:t>, self-hosted </a:t>
            </a:r>
            <a:r>
              <a:rPr lang="en-US" i="1" dirty="0" err="1"/>
              <a:t>tanpa</a:t>
            </a:r>
            <a:r>
              <a:rPr lang="en-US" i="1" dirty="0"/>
              <a:t> </a:t>
            </a:r>
            <a:r>
              <a:rPr lang="en-US" i="1" dirty="0" err="1"/>
              <a:t>biaya</a:t>
            </a:r>
            <a:r>
              <a:rPr lang="en-US" i="1" dirty="0"/>
              <a:t> </a:t>
            </a:r>
            <a:r>
              <a:rPr lang="en-US" i="1" dirty="0" err="1"/>
              <a:t>bulanan</a:t>
            </a:r>
            <a:r>
              <a:rPr lang="en-US" i="1" dirty="0"/>
              <a:t> cloud, dan </a:t>
            </a:r>
            <a:r>
              <a:rPr lang="en-US" i="1" dirty="0" err="1"/>
              <a:t>dilengkapi</a:t>
            </a:r>
            <a:r>
              <a:rPr lang="en-US" i="1" dirty="0"/>
              <a:t> Poka-Yoke agar </a:t>
            </a:r>
            <a:r>
              <a:rPr lang="en-US" i="1" dirty="0" err="1"/>
              <a:t>tidak</a:t>
            </a:r>
            <a:r>
              <a:rPr lang="en-US" i="1" dirty="0"/>
              <a:t> </a:t>
            </a:r>
            <a:r>
              <a:rPr lang="en-US" i="1" dirty="0" err="1"/>
              <a:t>mengganggu</a:t>
            </a:r>
            <a:r>
              <a:rPr lang="en-US" i="1" dirty="0"/>
              <a:t> </a:t>
            </a:r>
            <a:r>
              <a:rPr lang="en-US" i="1" dirty="0" err="1"/>
              <a:t>kecepatan</a:t>
            </a:r>
            <a:r>
              <a:rPr lang="en-US" i="1" dirty="0"/>
              <a:t> </a:t>
            </a:r>
            <a:r>
              <a:rPr lang="en-US" i="1" dirty="0" err="1"/>
              <a:t>kerja</a:t>
            </a:r>
            <a:r>
              <a:rPr lang="en-US" i="1" dirty="0"/>
              <a:t> operator."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Slide 2: Problem Statement &amp; Urgency (Waktu: 1.5 Menit)</a:t>
            </a:r>
          </a:p>
          <a:p>
            <a:r>
              <a:rPr lang="en-US" b="1" dirty="0" err="1"/>
              <a:t>Pesan</a:t>
            </a:r>
            <a:r>
              <a:rPr lang="en-US" b="1" dirty="0"/>
              <a:t> Utama: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Gemba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data </a:t>
            </a:r>
            <a:r>
              <a:rPr lang="en-US" i="1" dirty="0"/>
              <a:t>tracking</a:t>
            </a:r>
            <a:r>
              <a:rPr lang="en-US" dirty="0"/>
              <a:t> </a:t>
            </a:r>
            <a:r>
              <a:rPr lang="en-US" dirty="0" err="1"/>
              <a:t>pasti</a:t>
            </a:r>
            <a:r>
              <a:rPr lang="en-US" dirty="0"/>
              <a:t> dan </a:t>
            </a:r>
            <a:r>
              <a:rPr lang="en-US" dirty="0" err="1"/>
              <a:t>berisiko</a:t>
            </a:r>
            <a:r>
              <a:rPr lang="en-US" dirty="0"/>
              <a:t> </a:t>
            </a:r>
            <a:r>
              <a:rPr lang="en-US" dirty="0" err="1"/>
              <a:t>memicu</a:t>
            </a:r>
            <a:r>
              <a:rPr lang="en-US" dirty="0"/>
              <a:t> </a:t>
            </a:r>
            <a:r>
              <a:rPr lang="en-US" i="1" dirty="0"/>
              <a:t>Waiting Time</a:t>
            </a:r>
            <a:r>
              <a:rPr lang="en-US" dirty="0"/>
              <a:t> di </a:t>
            </a:r>
            <a:r>
              <a:rPr lang="en-US" dirty="0" err="1"/>
              <a:t>lini</a:t>
            </a:r>
            <a:r>
              <a:rPr lang="en-US" dirty="0"/>
              <a:t> </a:t>
            </a:r>
            <a:r>
              <a:rPr lang="en-US" dirty="0" err="1"/>
              <a:t>produksi</a:t>
            </a:r>
            <a:r>
              <a:rPr lang="en-US" dirty="0"/>
              <a:t>.</a:t>
            </a:r>
          </a:p>
          <a:p>
            <a:r>
              <a:rPr lang="en-US" b="1" dirty="0" err="1"/>
              <a:t>Naskah</a:t>
            </a:r>
            <a:r>
              <a:rPr lang="en-US" b="1" dirty="0"/>
              <a:t> </a:t>
            </a:r>
            <a:r>
              <a:rPr lang="en-US" b="1" dirty="0" err="1"/>
              <a:t>Presentasi</a:t>
            </a:r>
            <a:r>
              <a:rPr lang="en-US" b="1" dirty="0"/>
              <a:t>:</a:t>
            </a:r>
            <a:endParaRPr lang="en-US" dirty="0"/>
          </a:p>
          <a:p>
            <a:r>
              <a:rPr lang="en-US" i="1" dirty="0"/>
              <a:t>"</a:t>
            </a:r>
            <a:r>
              <a:rPr lang="en-US" i="1" dirty="0" err="1"/>
              <a:t>Izin</a:t>
            </a:r>
            <a:r>
              <a:rPr lang="en-US" i="1" dirty="0"/>
              <a:t> </a:t>
            </a:r>
            <a:r>
              <a:rPr lang="en-US" i="1" dirty="0" err="1"/>
              <a:t>melaporkan</a:t>
            </a:r>
            <a:r>
              <a:rPr lang="en-US" i="1" dirty="0"/>
              <a:t> </a:t>
            </a:r>
            <a:r>
              <a:rPr lang="en-US" i="1" dirty="0" err="1"/>
              <a:t>kondisi</a:t>
            </a:r>
            <a:r>
              <a:rPr lang="en-US" i="1" dirty="0"/>
              <a:t> Gemba </a:t>
            </a:r>
            <a:r>
              <a:rPr lang="en-US" i="1" dirty="0" err="1"/>
              <a:t>saat</a:t>
            </a:r>
            <a:r>
              <a:rPr lang="en-US" i="1" dirty="0"/>
              <a:t> </a:t>
            </a:r>
            <a:r>
              <a:rPr lang="en-US" i="1" dirty="0" err="1"/>
              <a:t>ini</a:t>
            </a:r>
            <a:r>
              <a:rPr lang="en-US" i="1" dirty="0"/>
              <a:t>, Pak.</a:t>
            </a:r>
            <a:endParaRPr lang="en-US" dirty="0"/>
          </a:p>
          <a:p>
            <a:r>
              <a:rPr lang="en-US" i="1" dirty="0"/>
              <a:t>Selama </a:t>
            </a:r>
            <a:r>
              <a:rPr lang="en-US" i="1" dirty="0" err="1"/>
              <a:t>ini</a:t>
            </a:r>
            <a:r>
              <a:rPr lang="en-US" i="1" dirty="0"/>
              <a:t>, </a:t>
            </a:r>
            <a:r>
              <a:rPr lang="en-US" i="1" dirty="0" err="1"/>
              <a:t>kita</a:t>
            </a:r>
            <a:r>
              <a:rPr lang="en-US" i="1" dirty="0"/>
              <a:t> </a:t>
            </a:r>
            <a:r>
              <a:rPr lang="en-US" i="1" dirty="0" err="1"/>
              <a:t>menghadapi</a:t>
            </a:r>
            <a:r>
              <a:rPr lang="en-US" i="1" dirty="0"/>
              <a:t> 3 </a:t>
            </a:r>
            <a:r>
              <a:rPr lang="en-US" i="1" dirty="0" err="1"/>
              <a:t>tantangan</a:t>
            </a:r>
            <a:r>
              <a:rPr lang="en-US" i="1" dirty="0"/>
              <a:t> </a:t>
            </a:r>
            <a:r>
              <a:rPr lang="en-US" i="1" dirty="0" err="1"/>
              <a:t>utama</a:t>
            </a:r>
            <a:r>
              <a:rPr lang="en-US" i="1" dirty="0"/>
              <a:t> di </a:t>
            </a:r>
            <a:r>
              <a:rPr lang="en-US" i="1" dirty="0" err="1"/>
              <a:t>lapangan</a:t>
            </a:r>
            <a:r>
              <a:rPr lang="en-US" i="1" dirty="0"/>
              <a:t>:</a:t>
            </a:r>
            <a:endParaRPr lang="en-US" dirty="0"/>
          </a:p>
          <a:p>
            <a:pPr lvl="0"/>
            <a:r>
              <a:rPr lang="en-US" i="1" dirty="0" err="1"/>
              <a:t>Pertama</a:t>
            </a:r>
            <a:r>
              <a:rPr lang="en-US" i="1" dirty="0"/>
              <a:t>, </a:t>
            </a:r>
            <a:r>
              <a:rPr lang="en-US" b="1" i="1" dirty="0"/>
              <a:t>Unmonitored Lead Time</a:t>
            </a:r>
            <a:r>
              <a:rPr lang="en-US" i="1" dirty="0"/>
              <a:t>. Kita </a:t>
            </a:r>
            <a:r>
              <a:rPr lang="en-US" i="1" dirty="0" err="1"/>
              <a:t>belum</a:t>
            </a:r>
            <a:r>
              <a:rPr lang="en-US" i="1" dirty="0"/>
              <a:t> </a:t>
            </a:r>
            <a:r>
              <a:rPr lang="en-US" i="1" dirty="0" err="1"/>
              <a:t>memiliki</a:t>
            </a:r>
            <a:r>
              <a:rPr lang="en-US" i="1" dirty="0"/>
              <a:t> data </a:t>
            </a:r>
            <a:r>
              <a:rPr lang="en-US" i="1" dirty="0" err="1"/>
              <a:t>objektif</a:t>
            </a:r>
            <a:r>
              <a:rPr lang="en-US" i="1" dirty="0"/>
              <a:t> </a:t>
            </a:r>
            <a:r>
              <a:rPr lang="en-US" i="1" dirty="0" err="1"/>
              <a:t>berapa</a:t>
            </a:r>
            <a:r>
              <a:rPr lang="en-US" i="1" dirty="0"/>
              <a:t> lama </a:t>
            </a:r>
            <a:r>
              <a:rPr lang="en-US" i="1" dirty="0" err="1"/>
              <a:t>seorang</a:t>
            </a:r>
            <a:r>
              <a:rPr lang="en-US" i="1" dirty="0"/>
              <a:t> operator </a:t>
            </a:r>
            <a:r>
              <a:rPr lang="en-US" i="1" dirty="0" err="1"/>
              <a:t>mengambil</a:t>
            </a:r>
            <a:r>
              <a:rPr lang="en-US" i="1" dirty="0"/>
              <a:t> </a:t>
            </a:r>
            <a:r>
              <a:rPr lang="en-US" i="1" dirty="0" err="1"/>
              <a:t>barang</a:t>
            </a:r>
            <a:r>
              <a:rPr lang="en-US" i="1" dirty="0"/>
              <a:t>, </a:t>
            </a:r>
            <a:r>
              <a:rPr lang="en-US" i="1" dirty="0" err="1"/>
              <a:t>mengantar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line, dan </a:t>
            </a:r>
            <a:r>
              <a:rPr lang="en-US" i="1" dirty="0" err="1"/>
              <a:t>berapa</a:t>
            </a:r>
            <a:r>
              <a:rPr lang="en-US" i="1" dirty="0"/>
              <a:t> lama </a:t>
            </a:r>
            <a:r>
              <a:rPr lang="en-US" i="1" dirty="0" err="1"/>
              <a:t>waktu</a:t>
            </a:r>
            <a:r>
              <a:rPr lang="en-US" i="1" dirty="0"/>
              <a:t> </a:t>
            </a:r>
            <a:r>
              <a:rPr lang="en-US" i="1" dirty="0" err="1"/>
              <a:t>ia</a:t>
            </a:r>
            <a:r>
              <a:rPr lang="en-US" i="1" dirty="0"/>
              <a:t> </a:t>
            </a:r>
            <a:r>
              <a:rPr lang="en-US" i="1" dirty="0" err="1"/>
              <a:t>kembali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</a:t>
            </a:r>
            <a:r>
              <a:rPr lang="en-US" i="1" dirty="0" err="1"/>
              <a:t>gudang</a:t>
            </a:r>
            <a:r>
              <a:rPr lang="en-US" i="1" dirty="0"/>
              <a:t>.</a:t>
            </a:r>
            <a:endParaRPr lang="en-US" dirty="0"/>
          </a:p>
          <a:p>
            <a:pPr lvl="0"/>
            <a:r>
              <a:rPr lang="en-US" i="1" dirty="0" err="1"/>
              <a:t>Kedua</a:t>
            </a:r>
            <a:r>
              <a:rPr lang="en-US" i="1" dirty="0"/>
              <a:t>, </a:t>
            </a:r>
            <a:r>
              <a:rPr lang="en-US" b="1" i="1" dirty="0"/>
              <a:t>Risiko Salah Antar (</a:t>
            </a:r>
            <a:r>
              <a:rPr lang="en-US" b="1" i="1" dirty="0" err="1"/>
              <a:t>Misdelivery</a:t>
            </a:r>
            <a:r>
              <a:rPr lang="en-US" b="1" i="1" dirty="0"/>
              <a:t>)</a:t>
            </a:r>
            <a:r>
              <a:rPr lang="en-US" i="1" dirty="0"/>
              <a:t>. </a:t>
            </a:r>
            <a:r>
              <a:rPr lang="en-US" i="1" dirty="0" err="1"/>
              <a:t>Penyerahan</a:t>
            </a:r>
            <a:r>
              <a:rPr lang="en-US" i="1" dirty="0"/>
              <a:t> material </a:t>
            </a:r>
            <a:r>
              <a:rPr lang="en-US" i="1" dirty="0" err="1"/>
              <a:t>masih</a:t>
            </a:r>
            <a:r>
              <a:rPr lang="en-US" i="1" dirty="0"/>
              <a:t> </a:t>
            </a:r>
            <a:r>
              <a:rPr lang="en-US" i="1" dirty="0" err="1"/>
              <a:t>berbasis</a:t>
            </a:r>
            <a:r>
              <a:rPr lang="en-US" i="1" dirty="0"/>
              <a:t> visual/verbal </a:t>
            </a:r>
            <a:r>
              <a:rPr lang="en-US" i="1" dirty="0" err="1"/>
              <a:t>tanpa</a:t>
            </a:r>
            <a:r>
              <a:rPr lang="en-US" i="1" dirty="0"/>
              <a:t> </a:t>
            </a:r>
            <a:r>
              <a:rPr lang="en-US" i="1" dirty="0" err="1"/>
              <a:t>adanya</a:t>
            </a:r>
            <a:r>
              <a:rPr lang="en-US" i="1" dirty="0"/>
              <a:t> </a:t>
            </a:r>
            <a:r>
              <a:rPr lang="en-US" i="1" dirty="0" err="1"/>
              <a:t>verifikasi</a:t>
            </a:r>
            <a:r>
              <a:rPr lang="en-US" i="1" dirty="0"/>
              <a:t> digital di </a:t>
            </a:r>
            <a:r>
              <a:rPr lang="en-US" i="1" dirty="0" err="1"/>
              <a:t>stasiun</a:t>
            </a:r>
            <a:r>
              <a:rPr lang="en-US" i="1" dirty="0"/>
              <a:t> </a:t>
            </a:r>
            <a:r>
              <a:rPr lang="en-US" i="1" dirty="0" err="1"/>
              <a:t>tujuan</a:t>
            </a:r>
            <a:r>
              <a:rPr lang="en-US" i="1" dirty="0"/>
              <a:t>.</a:t>
            </a:r>
            <a:endParaRPr lang="en-US" dirty="0"/>
          </a:p>
          <a:p>
            <a:pPr lvl="0"/>
            <a:r>
              <a:rPr lang="en-US" i="1" dirty="0" err="1"/>
              <a:t>Ketiga</a:t>
            </a:r>
            <a:r>
              <a:rPr lang="en-US" i="1" dirty="0"/>
              <a:t>, </a:t>
            </a:r>
            <a:r>
              <a:rPr lang="en-US" b="1" i="1" dirty="0" err="1"/>
              <a:t>Ketiadaan</a:t>
            </a:r>
            <a:r>
              <a:rPr lang="en-US" b="1" i="1" dirty="0"/>
              <a:t> Early Alert</a:t>
            </a:r>
            <a:r>
              <a:rPr lang="en-US" i="1" dirty="0"/>
              <a:t>. Ketika </a:t>
            </a:r>
            <a:r>
              <a:rPr lang="en-US" i="1" dirty="0" err="1"/>
              <a:t>terjadi</a:t>
            </a:r>
            <a:r>
              <a:rPr lang="en-US" i="1" dirty="0"/>
              <a:t> </a:t>
            </a:r>
            <a:r>
              <a:rPr lang="en-US" i="1" dirty="0" err="1"/>
              <a:t>keterlambatan</a:t>
            </a:r>
            <a:r>
              <a:rPr lang="en-US" i="1" dirty="0"/>
              <a:t> </a:t>
            </a:r>
            <a:r>
              <a:rPr lang="en-US" i="1" dirty="0" err="1"/>
              <a:t>suplai</a:t>
            </a:r>
            <a:r>
              <a:rPr lang="en-US" i="1" dirty="0"/>
              <a:t>, </a:t>
            </a:r>
            <a:r>
              <a:rPr lang="en-US" i="1" dirty="0" err="1"/>
              <a:t>pihak</a:t>
            </a:r>
            <a:r>
              <a:rPr lang="en-US" i="1" dirty="0"/>
              <a:t> SPV </a:t>
            </a:r>
            <a:r>
              <a:rPr lang="en-US" i="1" dirty="0" err="1"/>
              <a:t>baru</a:t>
            </a:r>
            <a:r>
              <a:rPr lang="en-US" i="1" dirty="0"/>
              <a:t> </a:t>
            </a:r>
            <a:r>
              <a:rPr lang="en-US" i="1" dirty="0" err="1"/>
              <a:t>mengetahui</a:t>
            </a:r>
            <a:r>
              <a:rPr lang="en-US" i="1" dirty="0"/>
              <a:t> </a:t>
            </a:r>
            <a:r>
              <a:rPr lang="en-US" i="1" dirty="0" err="1"/>
              <a:t>saat</a:t>
            </a:r>
            <a:r>
              <a:rPr lang="en-US" i="1" dirty="0"/>
              <a:t> </a:t>
            </a:r>
            <a:r>
              <a:rPr lang="en-US" i="1" dirty="0" err="1"/>
              <a:t>lini</a:t>
            </a:r>
            <a:r>
              <a:rPr lang="en-US" i="1" dirty="0"/>
              <a:t> </a:t>
            </a:r>
            <a:r>
              <a:rPr lang="en-US" i="1" dirty="0" err="1"/>
              <a:t>produksi</a:t>
            </a:r>
            <a:r>
              <a:rPr lang="en-US" i="1" dirty="0"/>
              <a:t> </a:t>
            </a:r>
            <a:r>
              <a:rPr lang="en-US" i="1" dirty="0" err="1"/>
              <a:t>sudah</a:t>
            </a:r>
            <a:r>
              <a:rPr lang="en-US" i="1" dirty="0"/>
              <a:t> </a:t>
            </a:r>
            <a:r>
              <a:rPr lang="en-US" i="1" dirty="0" err="1"/>
              <a:t>mengalami</a:t>
            </a:r>
            <a:r>
              <a:rPr lang="en-US" i="1" dirty="0"/>
              <a:t> </a:t>
            </a:r>
            <a:r>
              <a:rPr lang="en-US" i="1" dirty="0" err="1"/>
              <a:t>penungguan</a:t>
            </a:r>
            <a:r>
              <a:rPr lang="en-US" i="1" dirty="0"/>
              <a:t> (Line Stop).</a:t>
            </a:r>
            <a:endParaRPr lang="en-US" dirty="0"/>
          </a:p>
          <a:p>
            <a:r>
              <a:rPr lang="en-US" i="1" dirty="0" err="1"/>
              <a:t>Dengan</a:t>
            </a:r>
            <a:r>
              <a:rPr lang="en-US" i="1" dirty="0"/>
              <a:t> ZEVA Logistik v1.6, </a:t>
            </a:r>
            <a:r>
              <a:rPr lang="en-US" i="1" dirty="0" err="1"/>
              <a:t>seluruh</a:t>
            </a:r>
            <a:r>
              <a:rPr lang="en-US" i="1" dirty="0"/>
              <a:t> </a:t>
            </a:r>
            <a:r>
              <a:rPr lang="en-US" i="1" dirty="0" err="1"/>
              <a:t>jejak</a:t>
            </a:r>
            <a:r>
              <a:rPr lang="en-US" i="1" dirty="0"/>
              <a:t> </a:t>
            </a:r>
            <a:r>
              <a:rPr lang="en-US" i="1" dirty="0" err="1"/>
              <a:t>perjalanan</a:t>
            </a:r>
            <a:r>
              <a:rPr lang="en-US" i="1" dirty="0"/>
              <a:t> </a:t>
            </a:r>
            <a:r>
              <a:rPr lang="en-US" i="1" dirty="0" err="1"/>
              <a:t>ini</a:t>
            </a:r>
            <a:r>
              <a:rPr lang="en-US" i="1" dirty="0"/>
              <a:t> </a:t>
            </a:r>
            <a:r>
              <a:rPr lang="en-US" i="1" dirty="0" err="1"/>
              <a:t>kita</a:t>
            </a:r>
            <a:r>
              <a:rPr lang="en-US" i="1" dirty="0"/>
              <a:t> </a:t>
            </a:r>
            <a:r>
              <a:rPr lang="en-US" i="1" dirty="0" err="1"/>
              <a:t>digitalisasi</a:t>
            </a:r>
            <a:r>
              <a:rPr lang="en-US" i="1" dirty="0"/>
              <a:t> </a:t>
            </a:r>
            <a:r>
              <a:rPr lang="en-US" i="1" dirty="0" err="1"/>
              <a:t>menggunakan</a:t>
            </a:r>
            <a:r>
              <a:rPr lang="en-US" i="1" dirty="0"/>
              <a:t> QR Code </a:t>
            </a:r>
            <a:r>
              <a:rPr lang="en-US" i="1" dirty="0" err="1"/>
              <a:t>tanpa</a:t>
            </a:r>
            <a:r>
              <a:rPr lang="en-US" i="1" dirty="0"/>
              <a:t> </a:t>
            </a:r>
            <a:r>
              <a:rPr lang="en-US" i="1" dirty="0" err="1"/>
              <a:t>menambah</a:t>
            </a:r>
            <a:r>
              <a:rPr lang="en-US" i="1" dirty="0"/>
              <a:t> </a:t>
            </a:r>
            <a:r>
              <a:rPr lang="en-US" i="1" dirty="0" err="1"/>
              <a:t>beban</a:t>
            </a:r>
            <a:r>
              <a:rPr lang="en-US" i="1" dirty="0"/>
              <a:t> </a:t>
            </a:r>
            <a:r>
              <a:rPr lang="en-US" i="1" dirty="0" err="1"/>
              <a:t>kerja</a:t>
            </a:r>
            <a:r>
              <a:rPr lang="en-US" i="1" dirty="0"/>
              <a:t> </a:t>
            </a:r>
            <a:r>
              <a:rPr lang="en-US" i="1" dirty="0" err="1"/>
              <a:t>administrasi</a:t>
            </a:r>
            <a:r>
              <a:rPr lang="en-US" i="1" dirty="0"/>
              <a:t> operator."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Google Shape;141;p3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3 &amp; 4: Solusi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Strategis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&amp;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Waktu (Waktu: 2 Menit)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Pelacakan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spatiotemporal 3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1,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2,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3</m:t>
                    </m:r>
                  </m:oMath>
                </a14:m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Travel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aktual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T1 (Picked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Dicatat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selesai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T2 (Delivered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membawa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wajib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QR Code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fisik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yang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tertempel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stasiun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 Ini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membuktikan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telah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tiba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tepat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T3 (Return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berikutnya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Dari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dua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vital: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Delivery Lead Time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2−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1</m:t>
                    </m:r>
                  </m:oMath>
                </a14:m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pengiriman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3−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</m:t>
                    </m:r>
                  </m:oMath>
                </a14:m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juga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mendukung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skenario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Multi-Drop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(1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line) dan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Bulk Delivery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 line)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cukup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1x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verifikasi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41" name="Google Shape;141;p3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3 &amp; 4: Solusi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Strategis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&amp;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Waktu (Waktu: 2 Menit)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Pelacakan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spatiotemporal 3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𝑇1,𝑇2,𝑇3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Travel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aktual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T1 (Picked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Dicatat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selesai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T2 (Delivered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membawa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wajib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QR Code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fisik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yang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tertempel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stasiun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 Ini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membuktikan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telah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tiba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tepat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T3 (Return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berikutnya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Dari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dua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vital: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Delivery Lead Time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𝑇2−𝑇1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pengiriman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𝑇3−𝑇2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juga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mendukung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skenario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Multi-Drop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(1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line) dan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Bulk Delivery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 line)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cukup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1x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verifikasi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Google Shape;180;p4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3 &amp; 4: Solusi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Strategis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&amp;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Waktu (Waktu: 2 Menit)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Pelacakan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spatiotemporal 3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1,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2,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3</m:t>
                    </m:r>
                  </m:oMath>
                </a14:m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Travel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aktual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T1 (Picked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Dicatat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selesai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T2 (Delivered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membawa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wajib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QR Code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fisik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yang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tertempel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stasiun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 Ini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membuktikan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telah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tiba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tepat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T3 (Return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berikutnya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Dari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dua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vital: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Delivery Lead Time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2−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1</m:t>
                    </m:r>
                  </m:oMath>
                </a14:m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pengiriman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3−</m:t>
                    </m:r>
                    <m:r>
                      <a:rPr lang="en-US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</m:t>
                    </m:r>
                  </m:oMath>
                </a14:m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juga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mendukung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skenario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Multi-Drop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(1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line) dan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Bulk Delivery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 line)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cukup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1x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verifikasi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80" name="Google Shape;180;p4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3 &amp; 4: Solusi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Strategis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&amp;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Waktu (Waktu: 2 Menit)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Pelacakan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spatiotemporal 3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𝑇1,𝑇2,𝑇3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Travel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memetakan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aktual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T1 (Picked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Dicatat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selesai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T2 (Delivered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membawa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wajib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QR Code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fisik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yang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tertempel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stasiun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 Ini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membuktikan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telah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tiba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tepat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T3 (Return Time):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Saat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melakukan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berikutnya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Dari 3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titik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dua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metrik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vital: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Delivery Lead Time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𝑇2−𝑇1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pengiriman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Return Time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𝑇3−𝑇2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Lama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kembali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gudang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ini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juga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mendukung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skenario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Multi-Drop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(1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perjalanan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line) dan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Bulk Delivery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(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banyak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barang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 line)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cukup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1x scan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verifikasi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Google Shape;210;p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5: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Mitigasi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Risiko &amp; Poka-Yoke (Waktu: 2 Menit) —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PENTING FOR GM</a:t>
                </a:r>
                <a:endParaRPr lang="en-US" sz="1100" b="1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Mencegah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human error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"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menghentikan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proses (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Zero Blocking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*"Bapak GM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mungkin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bertanya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Bagaimana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jika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lapangan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Konfirmasi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?'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Kami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sudah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menyiapkan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logika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Poka-Yoke &amp; Auto-Departure Fallback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Jika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'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'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langsung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QR Code (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2</m:t>
                    </m:r>
                  </m:oMath>
                </a14:m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),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tidak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akan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mengunci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atau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menolak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cerdas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Material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Terakhir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sebagai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nilai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pc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𝑇</m:t>
                    </m:r>
                    <m:r>
                      <a:rPr lang="en-US" sz="11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1</m:t>
                    </m:r>
                  </m:oMath>
                </a14:m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Proses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Gemba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tetap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lancar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100%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hambatan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namun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dashboard SPV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muncul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Flag Warning ⚠️ Auto-Fallback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begitu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data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kita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tetap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akurat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dan SPV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bisa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mengetahui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mana yang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diberi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edukasi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SOP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mengganggu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jalannya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suplai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210" name="Google Shape;210;p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Slide 5: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Mitigasi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Risiko &amp; Poka-Yoke (Waktu: 2 Menit) —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PENTING FOR GM</a:t>
                </a:r>
                <a:endParaRPr lang="en-US" sz="1100" b="1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Pesan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Utama: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Mencegah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human error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"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"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menghentikan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proses (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Zero Blocking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).</a:t>
                </a:r>
              </a:p>
              <a:p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Naskah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Presentasi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*"Bapak GM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mungkin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bertanya</a:t>
                </a:r>
                <a:r>
                  <a:rPr lang="en-US" sz="1100" b="0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Bagaimana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jika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lapangan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Konfirmasi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0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1" i="0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?'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Kami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sudah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menyiapkan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logika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Poka-Yoke &amp; Auto-Departure Fallback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Jika operator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lupa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menekan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tombol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'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Berangkat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' dan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langsung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line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tujuan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untuk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scan QR Code (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𝑇2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),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tidak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akan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mengunci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atau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menolak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Sistem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secara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cerdas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mengambil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stempel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Scan Material </a:t>
                </a:r>
                <a:r>
                  <a:rPr lang="en-US" sz="1100" b="1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Terakhir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sebagai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nilai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𝑇1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otomatis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/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Proses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kerja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Gemba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tetap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berjalan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lancar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100%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hambatan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namun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di dashboard SPV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muncul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1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Flag Warning ⚠️ Auto-Fallback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Dengan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begitu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data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waktu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kita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tetap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terhitung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akurat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dan SPV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bisa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mengetahui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operator mana yang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perlu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diberi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edukasi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SOP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tanpa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mengganggu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jalannya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1" u="none" strike="noStrike" cap="none" spc="0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suplai</a:t>
                </a:r>
                <a:r>
                  <a:rPr lang="en-US" sz="1100" b="0" i="1" u="none" strike="noStrike" cap="none" spc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."</a:t>
                </a:r>
                <a:endParaRPr lang="en-US" sz="1100" b="0" i="0" u="none" strike="noStrike" cap="none" spc="0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Slide 6: Execution Plan &amp; Resource (Waktu: 1.5 Menit)</a:t>
            </a:r>
          </a:p>
          <a:p>
            <a:r>
              <a:rPr lang="en-US" b="1" dirty="0" err="1"/>
              <a:t>Pesan</a:t>
            </a:r>
            <a:r>
              <a:rPr lang="en-US" b="1" dirty="0"/>
              <a:t> Utama: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5 </a:t>
            </a:r>
            <a:r>
              <a:rPr lang="en-US" dirty="0" err="1"/>
              <a:t>minggu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Hardware</a:t>
            </a:r>
            <a:r>
              <a:rPr lang="en-US" dirty="0"/>
              <a:t> </a:t>
            </a:r>
            <a:r>
              <a:rPr lang="en-US" dirty="0" err="1"/>
              <a:t>eksisting</a:t>
            </a:r>
            <a:r>
              <a:rPr lang="en-US" dirty="0"/>
              <a:t> dan server </a:t>
            </a:r>
            <a:r>
              <a:rPr lang="en-US" dirty="0" err="1"/>
              <a:t>lokal</a:t>
            </a:r>
            <a:r>
              <a:rPr lang="en-US" dirty="0"/>
              <a:t>.</a:t>
            </a:r>
          </a:p>
          <a:p>
            <a:r>
              <a:rPr lang="en-US" b="1" dirty="0" err="1"/>
              <a:t>Naskah</a:t>
            </a:r>
            <a:r>
              <a:rPr lang="en-US" b="1" dirty="0"/>
              <a:t> </a:t>
            </a:r>
            <a:r>
              <a:rPr lang="en-US" b="1" dirty="0" err="1"/>
              <a:t>Presentasi</a:t>
            </a:r>
            <a:r>
              <a:rPr lang="en-US" b="1" dirty="0"/>
              <a:t>:</a:t>
            </a:r>
            <a:endParaRPr lang="en-US" dirty="0"/>
          </a:p>
          <a:p>
            <a:r>
              <a:rPr lang="en-US" i="1" dirty="0"/>
              <a:t>"</a:t>
            </a:r>
            <a:r>
              <a:rPr lang="en-US" i="1" dirty="0" err="1"/>
              <a:t>Untuk</a:t>
            </a:r>
            <a:r>
              <a:rPr lang="en-US" i="1" dirty="0"/>
              <a:t> </a:t>
            </a:r>
            <a:r>
              <a:rPr lang="en-US" i="1" dirty="0" err="1"/>
              <a:t>rencana</a:t>
            </a:r>
            <a:r>
              <a:rPr lang="en-US" i="1" dirty="0"/>
              <a:t> </a:t>
            </a:r>
            <a:r>
              <a:rPr lang="en-US" i="1" dirty="0" err="1"/>
              <a:t>eksekusi</a:t>
            </a:r>
            <a:r>
              <a:rPr lang="en-US" i="1" dirty="0"/>
              <a:t>, kami </a:t>
            </a:r>
            <a:r>
              <a:rPr lang="en-US" i="1" dirty="0" err="1"/>
              <a:t>menargetkan</a:t>
            </a:r>
            <a:r>
              <a:rPr lang="en-US" i="1" dirty="0"/>
              <a:t> </a:t>
            </a:r>
            <a:r>
              <a:rPr lang="en-US" b="1" i="1" dirty="0"/>
              <a:t>Go-Live </a:t>
            </a:r>
            <a:r>
              <a:rPr lang="en-US" b="1" i="1" dirty="0" err="1"/>
              <a:t>penuh</a:t>
            </a:r>
            <a:r>
              <a:rPr lang="en-US" b="1" i="1" dirty="0"/>
              <a:t> </a:t>
            </a:r>
            <a:r>
              <a:rPr lang="en-US" b="1" i="1" dirty="0" err="1"/>
              <a:t>dalam</a:t>
            </a:r>
            <a:r>
              <a:rPr lang="en-US" b="1" i="1" dirty="0"/>
              <a:t> 5 </a:t>
            </a:r>
            <a:r>
              <a:rPr lang="en-US" b="1" i="1" dirty="0" err="1"/>
              <a:t>Minggu</a:t>
            </a:r>
            <a:r>
              <a:rPr lang="en-US" i="1" dirty="0"/>
              <a:t> </a:t>
            </a:r>
            <a:r>
              <a:rPr lang="en-US" i="1" dirty="0" err="1"/>
              <a:t>dengan</a:t>
            </a:r>
            <a:r>
              <a:rPr lang="en-US" i="1" dirty="0"/>
              <a:t> </a:t>
            </a:r>
            <a:r>
              <a:rPr lang="en-US" i="1" dirty="0" err="1"/>
              <a:t>tahapan</a:t>
            </a:r>
            <a:r>
              <a:rPr lang="en-US" i="1" dirty="0"/>
              <a:t>:</a:t>
            </a:r>
            <a:endParaRPr lang="en-US" dirty="0"/>
          </a:p>
          <a:p>
            <a:pPr lvl="0"/>
            <a:r>
              <a:rPr lang="en-US" b="1" i="1" dirty="0" err="1"/>
              <a:t>Minggu</a:t>
            </a:r>
            <a:r>
              <a:rPr lang="en-US" b="1" i="1" dirty="0"/>
              <a:t> 1-2:</a:t>
            </a:r>
            <a:r>
              <a:rPr lang="en-US" dirty="0"/>
              <a:t> </a:t>
            </a:r>
            <a:r>
              <a:rPr lang="en-US" i="1" dirty="0"/>
              <a:t>Setup Database, </a:t>
            </a:r>
            <a:r>
              <a:rPr lang="en-US" i="1" dirty="0" err="1"/>
              <a:t>pendaftaran</a:t>
            </a:r>
            <a:r>
              <a:rPr lang="en-US" i="1" dirty="0"/>
              <a:t> master data, dan </a:t>
            </a:r>
            <a:r>
              <a:rPr lang="en-US" i="1" dirty="0" err="1"/>
              <a:t>pencetakan</a:t>
            </a:r>
            <a:r>
              <a:rPr lang="en-US" i="1" dirty="0"/>
              <a:t> </a:t>
            </a:r>
            <a:r>
              <a:rPr lang="en-US" i="1" dirty="0" err="1"/>
              <a:t>stiker</a:t>
            </a:r>
            <a:r>
              <a:rPr lang="en-US" i="1" dirty="0"/>
              <a:t> QR Code.</a:t>
            </a:r>
            <a:endParaRPr lang="en-US" dirty="0"/>
          </a:p>
          <a:p>
            <a:pPr lvl="0"/>
            <a:r>
              <a:rPr lang="en-US" b="1" i="1" dirty="0" err="1"/>
              <a:t>Minggu</a:t>
            </a:r>
            <a:r>
              <a:rPr lang="en-US" b="1" i="1" dirty="0"/>
              <a:t> 3:</a:t>
            </a:r>
            <a:r>
              <a:rPr lang="en-US" dirty="0"/>
              <a:t> </a:t>
            </a:r>
            <a:r>
              <a:rPr lang="en-US" i="1" dirty="0"/>
              <a:t>Trial &amp; </a:t>
            </a:r>
            <a:r>
              <a:rPr lang="en-US" i="1" dirty="0" err="1"/>
              <a:t>Simulasi</a:t>
            </a:r>
            <a:r>
              <a:rPr lang="en-US" i="1" dirty="0"/>
              <a:t> di Pilot Line (1 Lini </a:t>
            </a:r>
            <a:r>
              <a:rPr lang="en-US" i="1" dirty="0" err="1"/>
              <a:t>Produksi</a:t>
            </a:r>
            <a:r>
              <a:rPr lang="en-US" i="1" dirty="0"/>
              <a:t>).</a:t>
            </a:r>
            <a:endParaRPr lang="en-US" dirty="0"/>
          </a:p>
          <a:p>
            <a:pPr lvl="0"/>
            <a:r>
              <a:rPr lang="en-US" b="1" i="1" dirty="0" err="1"/>
              <a:t>Minggu</a:t>
            </a:r>
            <a:r>
              <a:rPr lang="en-US" b="1" i="1" dirty="0"/>
              <a:t> 4:</a:t>
            </a:r>
            <a:r>
              <a:rPr lang="en-US" dirty="0"/>
              <a:t> </a:t>
            </a:r>
            <a:r>
              <a:rPr lang="en-US" i="1" dirty="0"/>
              <a:t>Training operator &amp; </a:t>
            </a:r>
            <a:r>
              <a:rPr lang="en-US" i="1" dirty="0" err="1"/>
              <a:t>pengenalan</a:t>
            </a:r>
            <a:r>
              <a:rPr lang="en-US" i="1" dirty="0"/>
              <a:t> dashboard SPV.</a:t>
            </a:r>
            <a:endParaRPr lang="en-US" dirty="0"/>
          </a:p>
          <a:p>
            <a:pPr lvl="0"/>
            <a:r>
              <a:rPr lang="en-US" b="1" i="1" dirty="0" err="1"/>
              <a:t>Minggu</a:t>
            </a:r>
            <a:r>
              <a:rPr lang="en-US" b="1" i="1" dirty="0"/>
              <a:t> 5:</a:t>
            </a:r>
            <a:r>
              <a:rPr lang="en-US" dirty="0"/>
              <a:t> </a:t>
            </a:r>
            <a:r>
              <a:rPr lang="en-US" i="1" dirty="0"/>
              <a:t>Full Go-Live di </a:t>
            </a:r>
            <a:r>
              <a:rPr lang="en-US" i="1" dirty="0" err="1"/>
              <a:t>seluruh</a:t>
            </a:r>
            <a:r>
              <a:rPr lang="en-US" i="1" dirty="0"/>
              <a:t> area.</a:t>
            </a:r>
            <a:endParaRPr lang="en-US" dirty="0"/>
          </a:p>
          <a:p>
            <a:r>
              <a:rPr lang="en-US" i="1" dirty="0" err="1"/>
              <a:t>Kebutuhan</a:t>
            </a:r>
            <a:r>
              <a:rPr lang="en-US" i="1" dirty="0"/>
              <a:t> resource sangat minim:</a:t>
            </a:r>
            <a:endParaRPr lang="en-US" dirty="0"/>
          </a:p>
          <a:p>
            <a:pPr lvl="0"/>
            <a:r>
              <a:rPr lang="en-US" i="1" dirty="0"/>
              <a:t>Hardware </a:t>
            </a:r>
            <a:r>
              <a:rPr lang="en-US" i="1" dirty="0" err="1"/>
              <a:t>menggunakan</a:t>
            </a:r>
            <a:r>
              <a:rPr lang="en-US" i="1" dirty="0"/>
              <a:t> PDA/Scanner Gun yang </a:t>
            </a:r>
            <a:r>
              <a:rPr lang="en-US" i="1" dirty="0" err="1"/>
              <a:t>sudah</a:t>
            </a:r>
            <a:r>
              <a:rPr lang="en-US" i="1" dirty="0"/>
              <a:t> </a:t>
            </a:r>
            <a:r>
              <a:rPr lang="en-US" i="1" dirty="0" err="1"/>
              <a:t>ada</a:t>
            </a:r>
            <a:r>
              <a:rPr lang="en-US" i="1" dirty="0"/>
              <a:t> di </a:t>
            </a:r>
            <a:r>
              <a:rPr lang="en-US" i="1" dirty="0" err="1"/>
              <a:t>lapangan</a:t>
            </a:r>
            <a:r>
              <a:rPr lang="en-US" i="1" dirty="0"/>
              <a:t>.</a:t>
            </a:r>
            <a:endParaRPr lang="en-US" dirty="0"/>
          </a:p>
          <a:p>
            <a:pPr lvl="0"/>
            <a:r>
              <a:rPr lang="en-US" i="1" dirty="0" err="1"/>
              <a:t>Sistem</a:t>
            </a:r>
            <a:r>
              <a:rPr lang="en-US" i="1" dirty="0"/>
              <a:t> di-deploy di server </a:t>
            </a:r>
            <a:r>
              <a:rPr lang="en-US" i="1" dirty="0" err="1"/>
              <a:t>lokal</a:t>
            </a:r>
            <a:r>
              <a:rPr lang="en-US" i="1" dirty="0"/>
              <a:t> </a:t>
            </a:r>
            <a:r>
              <a:rPr lang="en-US" i="1" dirty="0" err="1"/>
              <a:t>pabrik</a:t>
            </a:r>
            <a:r>
              <a:rPr lang="en-US" i="1" dirty="0"/>
              <a:t> (self-hosted), </a:t>
            </a:r>
            <a:r>
              <a:rPr lang="en-US" i="1" dirty="0" err="1"/>
              <a:t>sehingga</a:t>
            </a:r>
            <a:r>
              <a:rPr lang="en-US" i="1" dirty="0"/>
              <a:t> </a:t>
            </a:r>
            <a:r>
              <a:rPr lang="en-US" b="1" i="1" dirty="0" err="1"/>
              <a:t>tidak</a:t>
            </a:r>
            <a:r>
              <a:rPr lang="en-US" b="1" i="1" dirty="0"/>
              <a:t> </a:t>
            </a:r>
            <a:r>
              <a:rPr lang="en-US" b="1" i="1" dirty="0" err="1"/>
              <a:t>ada</a:t>
            </a:r>
            <a:r>
              <a:rPr lang="en-US" b="1" i="1" dirty="0"/>
              <a:t> </a:t>
            </a:r>
            <a:r>
              <a:rPr lang="en-US" b="1" i="1" dirty="0" err="1"/>
              <a:t>biaya</a:t>
            </a:r>
            <a:r>
              <a:rPr lang="en-US" b="1" i="1" dirty="0"/>
              <a:t> </a:t>
            </a:r>
            <a:r>
              <a:rPr lang="en-US" b="1" i="1" dirty="0" err="1"/>
              <a:t>langganan</a:t>
            </a:r>
            <a:r>
              <a:rPr lang="en-US" b="1" i="1" dirty="0"/>
              <a:t> cloud </a:t>
            </a:r>
            <a:r>
              <a:rPr lang="en-US" b="1" i="1" dirty="0" err="1"/>
              <a:t>bulanan</a:t>
            </a:r>
            <a:r>
              <a:rPr lang="en-US" i="1" dirty="0"/>
              <a:t>."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Slide 7: Approval Request &amp; Closing (Waktu: 2 Menit)</a:t>
            </a:r>
          </a:p>
          <a:p>
            <a:r>
              <a:rPr lang="en-US" b="1" dirty="0" err="1"/>
              <a:t>Pesan</a:t>
            </a:r>
            <a:r>
              <a:rPr lang="en-US" b="1" dirty="0"/>
              <a:t> Utama:</a:t>
            </a:r>
            <a:r>
              <a:rPr lang="en-US" dirty="0"/>
              <a:t> </a:t>
            </a:r>
            <a:r>
              <a:rPr lang="en-US" dirty="0" err="1"/>
              <a:t>Permohonan</a:t>
            </a:r>
            <a:r>
              <a:rPr lang="en-US" dirty="0"/>
              <a:t> </a:t>
            </a:r>
            <a:r>
              <a:rPr lang="en-US" dirty="0" err="1"/>
              <a:t>persetujuan</a:t>
            </a:r>
            <a:r>
              <a:rPr lang="en-US" dirty="0"/>
              <a:t> GM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memulai</a:t>
            </a:r>
            <a:r>
              <a:rPr lang="en-US" dirty="0"/>
              <a:t> Phase 1.</a:t>
            </a:r>
          </a:p>
          <a:p>
            <a:r>
              <a:rPr lang="en-US" b="1" dirty="0" err="1"/>
              <a:t>Naskah</a:t>
            </a:r>
            <a:r>
              <a:rPr lang="en-US" b="1" dirty="0"/>
              <a:t> </a:t>
            </a:r>
            <a:r>
              <a:rPr lang="en-US" b="1" dirty="0" err="1"/>
              <a:t>Presentasi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*"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penutup</a:t>
            </a:r>
            <a:r>
              <a:rPr lang="en-US" dirty="0"/>
              <a:t>, </a:t>
            </a:r>
            <a:r>
              <a:rPr lang="en-US" dirty="0" err="1"/>
              <a:t>penerapan</a:t>
            </a:r>
            <a:r>
              <a:rPr lang="en-US" dirty="0"/>
              <a:t> ZEVA Logistik Material v1.6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logistik</a:t>
            </a:r>
            <a:r>
              <a:rPr lang="en-US" dirty="0"/>
              <a:t> internal, </a:t>
            </a:r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pemborosan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transportasi</a:t>
            </a:r>
            <a:r>
              <a:rPr lang="en-US" dirty="0"/>
              <a:t> (</a:t>
            </a:r>
            <a:r>
              <a:rPr lang="en-US" i="1" dirty="0"/>
              <a:t>transportation waste</a:t>
            </a:r>
            <a:r>
              <a:rPr lang="en-US" dirty="0"/>
              <a:t>),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menjamin</a:t>
            </a:r>
            <a:r>
              <a:rPr lang="en-US" dirty="0"/>
              <a:t> </a:t>
            </a:r>
            <a:r>
              <a:rPr lang="en-US" dirty="0" err="1"/>
              <a:t>kepastian</a:t>
            </a:r>
            <a:r>
              <a:rPr lang="en-US" dirty="0"/>
              <a:t> </a:t>
            </a:r>
            <a:r>
              <a:rPr lang="en-US" dirty="0" err="1"/>
              <a:t>suplai</a:t>
            </a:r>
            <a:r>
              <a:rPr lang="en-US" dirty="0"/>
              <a:t> di </a:t>
            </a:r>
            <a:r>
              <a:rPr lang="en-US" dirty="0" err="1"/>
              <a:t>lini</a:t>
            </a:r>
            <a:r>
              <a:rPr lang="en-US" dirty="0"/>
              <a:t> </a:t>
            </a:r>
            <a:r>
              <a:rPr lang="en-US" dirty="0" err="1"/>
              <a:t>produksi</a:t>
            </a:r>
            <a:r>
              <a:rPr lang="en-US" dirty="0"/>
              <a:t>.</a:t>
            </a:r>
          </a:p>
          <a:p>
            <a:r>
              <a:rPr lang="en-US" i="1" dirty="0"/>
              <a:t>Mohon </a:t>
            </a:r>
            <a:r>
              <a:rPr lang="en-US" i="1" dirty="0" err="1"/>
              <a:t>persetujuan</a:t>
            </a:r>
            <a:r>
              <a:rPr lang="en-US" i="1" dirty="0"/>
              <a:t> Bapak GM </a:t>
            </a:r>
            <a:r>
              <a:rPr lang="en-US" i="1" dirty="0" err="1"/>
              <a:t>untuk</a:t>
            </a:r>
            <a:r>
              <a:rPr lang="en-US" i="1" dirty="0"/>
              <a:t> kami </a:t>
            </a:r>
            <a:r>
              <a:rPr lang="en-US" i="1" dirty="0" err="1"/>
              <a:t>memulai</a:t>
            </a:r>
            <a:r>
              <a:rPr lang="en-US" i="1" dirty="0"/>
              <a:t> </a:t>
            </a:r>
            <a:r>
              <a:rPr lang="en-US" b="1" i="1" dirty="0"/>
              <a:t>Phase 1: Setup Master Data &amp; Trial Pilot Line</a:t>
            </a:r>
            <a:r>
              <a:rPr lang="en-US" i="1" dirty="0"/>
              <a:t> pada </a:t>
            </a:r>
            <a:r>
              <a:rPr lang="en-US" i="1" dirty="0" err="1"/>
              <a:t>minggu</a:t>
            </a:r>
            <a:r>
              <a:rPr lang="en-US" i="1" dirty="0"/>
              <a:t> </a:t>
            </a:r>
            <a:r>
              <a:rPr lang="en-US" i="1" dirty="0" err="1"/>
              <a:t>depan</a:t>
            </a:r>
            <a:r>
              <a:rPr lang="en-US" i="1" dirty="0"/>
              <a:t>.</a:t>
            </a:r>
            <a:endParaRPr lang="en-US" dirty="0"/>
          </a:p>
          <a:p>
            <a:r>
              <a:rPr lang="en-US" i="1" dirty="0" err="1"/>
              <a:t>Demikian</a:t>
            </a:r>
            <a:r>
              <a:rPr lang="en-US" i="1" dirty="0"/>
              <a:t> </a:t>
            </a:r>
            <a:r>
              <a:rPr lang="en-US" i="1" dirty="0" err="1"/>
              <a:t>paparan</a:t>
            </a:r>
            <a:r>
              <a:rPr lang="en-US" i="1" dirty="0"/>
              <a:t> proposal </a:t>
            </a:r>
            <a:r>
              <a:rPr lang="en-US" i="1" dirty="0" err="1"/>
              <a:t>ini</a:t>
            </a:r>
            <a:r>
              <a:rPr lang="en-US" i="1" dirty="0"/>
              <a:t>, </a:t>
            </a:r>
            <a:r>
              <a:rPr lang="en-US" i="1" dirty="0" err="1"/>
              <a:t>terima</a:t>
            </a:r>
            <a:r>
              <a:rPr lang="en-US" i="1" dirty="0"/>
              <a:t> </a:t>
            </a:r>
            <a:r>
              <a:rPr lang="en-US" i="1" dirty="0" err="1"/>
              <a:t>kasih</a:t>
            </a:r>
            <a:r>
              <a:rPr lang="en-US" i="1" dirty="0"/>
              <a:t>. Kami </a:t>
            </a:r>
            <a:r>
              <a:rPr lang="en-US" i="1" dirty="0" err="1"/>
              <a:t>persilakan</a:t>
            </a:r>
            <a:r>
              <a:rPr lang="en-US" i="1" dirty="0"/>
              <a:t> </a:t>
            </a:r>
            <a:r>
              <a:rPr lang="en-US" i="1" dirty="0" err="1"/>
              <a:t>jika</a:t>
            </a:r>
            <a:r>
              <a:rPr lang="en-US" i="1" dirty="0"/>
              <a:t> </a:t>
            </a:r>
            <a:r>
              <a:rPr lang="en-US" i="1" dirty="0" err="1"/>
              <a:t>ada</a:t>
            </a:r>
            <a:r>
              <a:rPr lang="en-US" i="1" dirty="0"/>
              <a:t> </a:t>
            </a:r>
            <a:r>
              <a:rPr lang="en-US" i="1" dirty="0" err="1"/>
              <a:t>masukan</a:t>
            </a:r>
            <a:r>
              <a:rPr lang="en-US" i="1" dirty="0"/>
              <a:t> </a:t>
            </a:r>
            <a:r>
              <a:rPr lang="en-US" i="1" dirty="0" err="1"/>
              <a:t>atau</a:t>
            </a:r>
            <a:r>
              <a:rPr lang="en-US" i="1" dirty="0"/>
              <a:t> </a:t>
            </a:r>
            <a:r>
              <a:rPr lang="en-US" i="1" dirty="0" err="1"/>
              <a:t>tanggapan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Pak GM dan Bapak/Ibu Management."</a:t>
            </a:r>
            <a:endParaRPr lang="en-US" dirty="0"/>
          </a:p>
          <a:p>
            <a:r>
              <a:rPr lang="en-US" b="1" dirty="0"/>
              <a:t>💡 Tips </a:t>
            </a:r>
            <a:r>
              <a:rPr lang="en-US" b="1" dirty="0" err="1"/>
              <a:t>Menghadapi</a:t>
            </a:r>
            <a:r>
              <a:rPr lang="en-US" b="1" dirty="0"/>
              <a:t> </a:t>
            </a:r>
            <a:r>
              <a:rPr lang="en-US" b="1" dirty="0" err="1"/>
              <a:t>Pertanyaan</a:t>
            </a:r>
            <a:r>
              <a:rPr lang="en-US" b="1" dirty="0"/>
              <a:t> GM </a:t>
            </a:r>
            <a:r>
              <a:rPr lang="en-US" b="1" dirty="0" err="1"/>
              <a:t>saat</a:t>
            </a:r>
            <a:r>
              <a:rPr lang="en-US" b="1" dirty="0"/>
              <a:t> Q&amp;A (2 Menit </a:t>
            </a:r>
            <a:r>
              <a:rPr lang="en-US" b="1" dirty="0" err="1"/>
              <a:t>Terakhir</a:t>
            </a:r>
            <a:r>
              <a:rPr lang="en-US" b="1" dirty="0"/>
              <a:t>)</a:t>
            </a:r>
          </a:p>
          <a:p>
            <a:pPr lvl="0"/>
            <a:r>
              <a:rPr lang="en-US" b="1" dirty="0"/>
              <a:t>Jika GM </a:t>
            </a:r>
            <a:r>
              <a:rPr lang="en-US" b="1" dirty="0" err="1"/>
              <a:t>bertanya</a:t>
            </a:r>
            <a:r>
              <a:rPr lang="en-US" b="1" dirty="0"/>
              <a:t>: </a:t>
            </a:r>
            <a:r>
              <a:rPr lang="en-US" b="1" i="1" dirty="0"/>
              <a:t>"</a:t>
            </a:r>
            <a:r>
              <a:rPr lang="en-US" b="1" i="1" dirty="0" err="1"/>
              <a:t>Apakah</a:t>
            </a:r>
            <a:r>
              <a:rPr lang="en-US" b="1" i="1" dirty="0"/>
              <a:t> </a:t>
            </a:r>
            <a:r>
              <a:rPr lang="en-US" b="1" i="1" dirty="0" err="1"/>
              <a:t>ini</a:t>
            </a:r>
            <a:r>
              <a:rPr lang="en-US" b="1" i="1" dirty="0"/>
              <a:t> </a:t>
            </a:r>
            <a:r>
              <a:rPr lang="en-US" b="1" i="1" dirty="0" err="1"/>
              <a:t>tidak</a:t>
            </a:r>
            <a:r>
              <a:rPr lang="en-US" b="1" i="1" dirty="0"/>
              <a:t> </a:t>
            </a:r>
            <a:r>
              <a:rPr lang="en-US" b="1" i="1" dirty="0" err="1"/>
              <a:t>bikin</a:t>
            </a:r>
            <a:r>
              <a:rPr lang="en-US" b="1" i="1" dirty="0"/>
              <a:t> operator </a:t>
            </a:r>
            <a:r>
              <a:rPr lang="en-US" b="1" i="1" dirty="0" err="1"/>
              <a:t>lambat</a:t>
            </a:r>
            <a:r>
              <a:rPr lang="en-US" b="1" i="1" dirty="0"/>
              <a:t> </a:t>
            </a:r>
            <a:r>
              <a:rPr lang="en-US" b="1" i="1" dirty="0" err="1"/>
              <a:t>karena</a:t>
            </a:r>
            <a:r>
              <a:rPr lang="en-US" b="1" i="1" dirty="0"/>
              <a:t> </a:t>
            </a:r>
            <a:r>
              <a:rPr lang="en-US" b="1" i="1" dirty="0" err="1"/>
              <a:t>harus</a:t>
            </a:r>
            <a:r>
              <a:rPr lang="en-US" b="1" i="1" dirty="0"/>
              <a:t> scan-scan </a:t>
            </a:r>
            <a:r>
              <a:rPr lang="en-US" b="1" i="1" dirty="0" err="1"/>
              <a:t>terus</a:t>
            </a:r>
            <a:r>
              <a:rPr lang="en-US" b="1" i="1" dirty="0"/>
              <a:t>?"</a:t>
            </a:r>
            <a:endParaRPr lang="en-US" dirty="0"/>
          </a:p>
          <a:p>
            <a:pPr lvl="1"/>
            <a:r>
              <a:rPr lang="en-US" b="1" dirty="0" err="1"/>
              <a:t>Jawaban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"</a:t>
            </a:r>
            <a:r>
              <a:rPr lang="en-US" i="1" dirty="0" err="1"/>
              <a:t>Antarmuka</a:t>
            </a:r>
            <a:r>
              <a:rPr lang="en-US" i="1" dirty="0"/>
              <a:t> </a:t>
            </a:r>
            <a:r>
              <a:rPr lang="en-US" i="1" dirty="0" err="1"/>
              <a:t>dirancang</a:t>
            </a:r>
            <a:r>
              <a:rPr lang="en-US" i="1" dirty="0"/>
              <a:t> </a:t>
            </a:r>
            <a:r>
              <a:rPr lang="en-US" i="1" dirty="0" err="1"/>
              <a:t>dengan</a:t>
            </a:r>
            <a:r>
              <a:rPr lang="en-US" i="1" dirty="0"/>
              <a:t> Poka-Yoke Auto-Focus &amp; Auto-Advance, Pak. Operator </a:t>
            </a:r>
            <a:r>
              <a:rPr lang="en-US" i="1" dirty="0" err="1"/>
              <a:t>tidak</a:t>
            </a:r>
            <a:r>
              <a:rPr lang="en-US" i="1" dirty="0"/>
              <a:t> </a:t>
            </a:r>
            <a:r>
              <a:rPr lang="en-US" i="1" dirty="0" err="1"/>
              <a:t>perlu</a:t>
            </a:r>
            <a:r>
              <a:rPr lang="en-US" i="1" dirty="0"/>
              <a:t> </a:t>
            </a:r>
            <a:r>
              <a:rPr lang="en-US" i="1" dirty="0" err="1"/>
              <a:t>menyentuh</a:t>
            </a:r>
            <a:r>
              <a:rPr lang="en-US" i="1" dirty="0"/>
              <a:t> </a:t>
            </a:r>
            <a:r>
              <a:rPr lang="en-US" i="1" dirty="0" err="1"/>
              <a:t>layar</a:t>
            </a:r>
            <a:r>
              <a:rPr lang="en-US" i="1" dirty="0"/>
              <a:t> </a:t>
            </a:r>
            <a:r>
              <a:rPr lang="en-US" i="1" dirty="0" err="1"/>
              <a:t>sentuh</a:t>
            </a:r>
            <a:r>
              <a:rPr lang="en-US" i="1" dirty="0"/>
              <a:t>, </a:t>
            </a:r>
            <a:r>
              <a:rPr lang="en-US" i="1" dirty="0" err="1"/>
              <a:t>cukup</a:t>
            </a:r>
            <a:r>
              <a:rPr lang="en-US" i="1" dirty="0"/>
              <a:t> </a:t>
            </a:r>
            <a:r>
              <a:rPr lang="en-US" i="1" dirty="0" err="1"/>
              <a:t>menembak</a:t>
            </a:r>
            <a:r>
              <a:rPr lang="en-US" i="1" dirty="0"/>
              <a:t> barcode </a:t>
            </a:r>
            <a:r>
              <a:rPr lang="en-US" i="1" dirty="0" err="1"/>
              <a:t>dengan</a:t>
            </a:r>
            <a:r>
              <a:rPr lang="en-US" i="1" dirty="0"/>
              <a:t> scanner gun </a:t>
            </a:r>
            <a:r>
              <a:rPr lang="en-US" i="1" dirty="0" err="1"/>
              <a:t>secara</a:t>
            </a:r>
            <a:r>
              <a:rPr lang="en-US" i="1" dirty="0"/>
              <a:t> </a:t>
            </a:r>
            <a:r>
              <a:rPr lang="en-US" i="1" dirty="0" err="1"/>
              <a:t>berurutan</a:t>
            </a:r>
            <a:r>
              <a:rPr lang="en-US" i="1" dirty="0"/>
              <a:t> 1-2-3, </a:t>
            </a:r>
            <a:r>
              <a:rPr lang="en-US" i="1" dirty="0" err="1"/>
              <a:t>kursor</a:t>
            </a:r>
            <a:r>
              <a:rPr lang="en-US" i="1" dirty="0"/>
              <a:t> </a:t>
            </a:r>
            <a:r>
              <a:rPr lang="en-US" i="1" dirty="0" err="1"/>
              <a:t>melompat</a:t>
            </a:r>
            <a:r>
              <a:rPr lang="en-US" i="1" dirty="0"/>
              <a:t> </a:t>
            </a:r>
            <a:r>
              <a:rPr lang="en-US" i="1" dirty="0" err="1"/>
              <a:t>otomatis</a:t>
            </a:r>
            <a:r>
              <a:rPr lang="en-US" i="1" dirty="0"/>
              <a:t>."</a:t>
            </a:r>
            <a:endParaRPr lang="en-US" dirty="0"/>
          </a:p>
          <a:p>
            <a:pPr lvl="0"/>
            <a:r>
              <a:rPr lang="en-US" b="1" dirty="0"/>
              <a:t>Jika GM </a:t>
            </a:r>
            <a:r>
              <a:rPr lang="en-US" b="1" dirty="0" err="1"/>
              <a:t>bertanya</a:t>
            </a:r>
            <a:r>
              <a:rPr lang="en-US" b="1" dirty="0"/>
              <a:t>: </a:t>
            </a:r>
            <a:r>
              <a:rPr lang="en-US" b="1" i="1" dirty="0"/>
              <a:t>"</a:t>
            </a:r>
            <a:r>
              <a:rPr lang="en-US" b="1" i="1" dirty="0" err="1"/>
              <a:t>Berapa</a:t>
            </a:r>
            <a:r>
              <a:rPr lang="en-US" b="1" i="1" dirty="0"/>
              <a:t> </a:t>
            </a:r>
            <a:r>
              <a:rPr lang="en-US" b="1" i="1" dirty="0" err="1"/>
              <a:t>biaya</a:t>
            </a:r>
            <a:r>
              <a:rPr lang="en-US" b="1" i="1" dirty="0"/>
              <a:t> </a:t>
            </a:r>
            <a:r>
              <a:rPr lang="en-US" b="1" i="1" dirty="0" err="1"/>
              <a:t>pengembangannya</a:t>
            </a:r>
            <a:r>
              <a:rPr lang="en-US" b="1" i="1" dirty="0"/>
              <a:t>?"</a:t>
            </a:r>
            <a:endParaRPr lang="en-US" dirty="0"/>
          </a:p>
          <a:p>
            <a:pPr lvl="1"/>
            <a:r>
              <a:rPr lang="en-US" b="1" dirty="0" err="1"/>
              <a:t>Jawaban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"</a:t>
            </a:r>
            <a:r>
              <a:rPr lang="en-US" i="1" dirty="0" err="1"/>
              <a:t>Pengembangan</a:t>
            </a:r>
            <a:r>
              <a:rPr lang="en-US" i="1" dirty="0"/>
              <a:t> </a:t>
            </a:r>
            <a:r>
              <a:rPr lang="en-US" i="1" dirty="0" err="1"/>
              <a:t>dilakukan</a:t>
            </a:r>
            <a:r>
              <a:rPr lang="en-US" i="1" dirty="0"/>
              <a:t> </a:t>
            </a:r>
            <a:r>
              <a:rPr lang="en-US" i="1" dirty="0" err="1"/>
              <a:t>secara</a:t>
            </a:r>
            <a:r>
              <a:rPr lang="en-US" i="1" dirty="0"/>
              <a:t> internal (in-house development), server </a:t>
            </a:r>
            <a:r>
              <a:rPr lang="en-US" i="1" dirty="0" err="1"/>
              <a:t>menggunakan</a:t>
            </a:r>
            <a:r>
              <a:rPr lang="en-US" i="1" dirty="0"/>
              <a:t> </a:t>
            </a:r>
            <a:r>
              <a:rPr lang="en-US" i="1" dirty="0" err="1"/>
              <a:t>infrastruktur</a:t>
            </a:r>
            <a:r>
              <a:rPr lang="en-US" i="1" dirty="0"/>
              <a:t> </a:t>
            </a:r>
            <a:r>
              <a:rPr lang="en-US" i="1" dirty="0" err="1"/>
              <a:t>lokal</a:t>
            </a:r>
            <a:r>
              <a:rPr lang="en-US" i="1" dirty="0"/>
              <a:t> </a:t>
            </a:r>
            <a:r>
              <a:rPr lang="en-US" i="1" dirty="0" err="1"/>
              <a:t>eksisting</a:t>
            </a:r>
            <a:r>
              <a:rPr lang="en-US" i="1" dirty="0"/>
              <a:t>, </a:t>
            </a:r>
            <a:r>
              <a:rPr lang="en-US" i="1" dirty="0" err="1"/>
              <a:t>sehingga</a:t>
            </a:r>
            <a:r>
              <a:rPr lang="en-US" i="1" dirty="0"/>
              <a:t> Cost-</a:t>
            </a:r>
            <a:r>
              <a:rPr lang="en-US" i="1" dirty="0" err="1"/>
              <a:t>nya</a:t>
            </a:r>
            <a:r>
              <a:rPr lang="en-US" i="1" dirty="0"/>
              <a:t> Rp 0 </a:t>
            </a:r>
            <a:r>
              <a:rPr lang="en-US" i="1" dirty="0" err="1"/>
              <a:t>untuk</a:t>
            </a:r>
            <a:r>
              <a:rPr lang="en-US" i="1" dirty="0"/>
              <a:t> software license/cloud fee. </a:t>
            </a:r>
            <a:r>
              <a:rPr lang="en-US" i="1" dirty="0" err="1"/>
              <a:t>Investasi</a:t>
            </a:r>
            <a:r>
              <a:rPr lang="en-US" i="1" dirty="0"/>
              <a:t> </a:t>
            </a:r>
            <a:r>
              <a:rPr lang="en-US" i="1" dirty="0" err="1"/>
              <a:t>hanya</a:t>
            </a:r>
            <a:r>
              <a:rPr lang="en-US" i="1" dirty="0"/>
              <a:t> pada </a:t>
            </a:r>
            <a:r>
              <a:rPr lang="en-US" i="1" dirty="0" err="1"/>
              <a:t>cetak</a:t>
            </a:r>
            <a:r>
              <a:rPr lang="en-US" i="1" dirty="0"/>
              <a:t> </a:t>
            </a:r>
            <a:r>
              <a:rPr lang="en-US" i="1" dirty="0" err="1"/>
              <a:t>fisik</a:t>
            </a:r>
            <a:r>
              <a:rPr lang="en-US" i="1" dirty="0"/>
              <a:t> </a:t>
            </a:r>
            <a:r>
              <a:rPr lang="en-US" i="1" dirty="0" err="1"/>
              <a:t>stiker</a:t>
            </a:r>
            <a:r>
              <a:rPr lang="en-US" i="1" dirty="0"/>
              <a:t> QR Code yang </a:t>
            </a:r>
            <a:r>
              <a:rPr lang="en-US" i="1" dirty="0" err="1"/>
              <a:t>tahan</a:t>
            </a:r>
            <a:r>
              <a:rPr lang="en-US" i="1" dirty="0"/>
              <a:t> </a:t>
            </a:r>
            <a:r>
              <a:rPr lang="en-US" i="1" dirty="0" err="1"/>
              <a:t>minyak</a:t>
            </a:r>
            <a:r>
              <a:rPr lang="en-US" i="1" dirty="0"/>
              <a:t>/</a:t>
            </a:r>
            <a:r>
              <a:rPr lang="en-US" i="1" dirty="0" err="1"/>
              <a:t>gesekan</a:t>
            </a:r>
            <a:r>
              <a:rPr lang="en-US" i="1"/>
              <a:t>."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30898-8DA1-9B29-C0B6-AE9AD2302E2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52225" y="635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218682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6009977"/>
            <a:ext cx="10972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253537" y="533400"/>
            <a:ext cx="2328862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09625" y="4418707"/>
            <a:ext cx="2540793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540918" y="4418707"/>
            <a:ext cx="2540793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272212" y="4418707"/>
            <a:ext cx="2540793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09600" y="6009977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340893" y="4418707"/>
            <a:ext cx="9525" cy="723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072187" y="4418707"/>
            <a:ext cx="9525" cy="723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803481" y="4418707"/>
            <a:ext cx="9525" cy="723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334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9405937" y="590550"/>
            <a:ext cx="21193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PROPOSAL EXECUTIVE FOR GM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09600" y="1562695"/>
            <a:ext cx="10715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BRIEF &amp; BUSINESS IMPACT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09600" y="1838920"/>
            <a:ext cx="9101137" cy="100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Eliminasi Delay Suplai Material &amp; Optimasi Lead Time Pengiriman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09600" y="3036986"/>
            <a:ext cx="866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pelacakan real-time berbasis QR Code untuk mengukur siklus pengiriman operator, mencegah salah kirim, dan meningkatkan efisiensi suplai lini produksi.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09600" y="6171902"/>
            <a:ext cx="420290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Disiapkan Untuk: </a:t>
            </a:r>
            <a:r>
              <a:rPr lang="en-US" sz="97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General Manager &amp; Management Board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734675" y="6171902"/>
            <a:ext cx="1133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Oktober 2026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28700" y="533400"/>
            <a:ext cx="39885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ZEVA LOGISTIK MATERIAL v1.6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09625" y="4418707"/>
            <a:ext cx="29735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Lead Time Suplai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09625" y="4609207"/>
            <a:ext cx="2973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12m ➔ 6m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09625" y="4999732"/>
            <a:ext cx="297358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2C5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-50% Reduction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540918" y="4418707"/>
            <a:ext cx="29735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 Efficiency Impact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540918" y="4609207"/>
            <a:ext cx="2973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C5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+8.5%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540918" y="4980682"/>
            <a:ext cx="297358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Mencegah Line Stop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272212" y="4418707"/>
            <a:ext cx="29735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Akurasi Penyerahan Line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272212" y="4609207"/>
            <a:ext cx="2973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272212" y="4980682"/>
            <a:ext cx="297358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Verifikasi QR Tujuan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003506" y="4418707"/>
            <a:ext cx="29735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Rencana Rollout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9003506" y="4609207"/>
            <a:ext cx="2973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Minggu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9003506" y="4980682"/>
            <a:ext cx="297358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Phase Deployment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09600" y="2719387"/>
            <a:ext cx="3530649" cy="1676400"/>
          </a:xfrm>
          <a:prstGeom prst="roundRect">
            <a:avLst>
              <a:gd name="adj" fmla="val 6818"/>
            </a:avLst>
          </a:prstGeom>
          <a:solidFill>
            <a:srgbClr val="FFF5F5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330749" y="2719387"/>
            <a:ext cx="3530649" cy="1676400"/>
          </a:xfrm>
          <a:prstGeom prst="roundRect">
            <a:avLst>
              <a:gd name="adj" fmla="val 6818"/>
            </a:avLst>
          </a:prstGeom>
          <a:solidFill>
            <a:srgbClr val="FFF5F5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051899" y="2719387"/>
            <a:ext cx="3530649" cy="1676400"/>
          </a:xfrm>
          <a:prstGeom prst="roundRect">
            <a:avLst>
              <a:gd name="adj" fmla="val 6818"/>
            </a:avLst>
          </a:prstGeom>
          <a:solidFill>
            <a:srgbClr val="FFF5F5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847725" y="3900487"/>
            <a:ext cx="3054399" cy="257175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4568874" y="3900487"/>
            <a:ext cx="3054399" cy="257175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290024" y="3900487"/>
            <a:ext cx="3054399" cy="257175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10552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8874" y="29956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0024" y="299561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609600" y="457200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PROBLEM STATEMENT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934575" y="457200"/>
            <a:ext cx="20597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Tantangan Lapangan Gemba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09600" y="66675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Mengapa Sistem Suplai Material Saat Ini Membutuhkan Perubahan?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47725" y="2957512"/>
            <a:ext cx="38179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Unmonitored Lead Time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47725" y="3271837"/>
            <a:ext cx="31496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 ada data pasti berapa lama waktu yang dibutuhkan operator untuk mengambil barang di rak dan mengantarnya ke line.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42975" y="3957637"/>
            <a:ext cx="29591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Dampak: Pemicu terselubung Line Stop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568874" y="2957512"/>
            <a:ext cx="38179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Risiko Misdelivery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568874" y="3271837"/>
            <a:ext cx="31496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Penyerahan barang dilakukan secara verbal tanpa bukti scan di lokasi tujuan, berisiko material tertukar antar-line.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4664124" y="3957637"/>
            <a:ext cx="29591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Dampak: Defect komponen &amp; Rework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290024" y="2957512"/>
            <a:ext cx="38179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Ketiadaan Audit Trail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290024" y="3271837"/>
            <a:ext cx="31496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SPV dan Manager tidak memiliki laporan riwayat waktu per detik jika terjadi keterlambatan suplai di stasiun kerja.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8385274" y="3957637"/>
            <a:ext cx="29591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Dampak: Sulit mengevaluasi beban kerja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609600" y="2919412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400425" y="2924175"/>
            <a:ext cx="26003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191250" y="2924175"/>
            <a:ext cx="26003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982075" y="3000375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609600" y="466248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609600" y="29194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09600" y="2919412"/>
            <a:ext cx="9525" cy="1752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200400" y="2919412"/>
            <a:ext cx="9525" cy="1752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400425" y="46577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3400425" y="2924175"/>
            <a:ext cx="2600325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400425" y="2924175"/>
            <a:ext cx="9525" cy="17430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991225" y="2924175"/>
            <a:ext cx="9525" cy="17430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191250" y="46577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191250" y="2924175"/>
            <a:ext cx="260032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191250" y="2924175"/>
            <a:ext cx="9525" cy="17430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782050" y="2924175"/>
            <a:ext cx="9525" cy="17430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8982075" y="45815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982075" y="3000375"/>
            <a:ext cx="260032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982075" y="3000375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1572875" y="3000375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1861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550" y="3190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5" y="3190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0200" y="32670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609600" y="457200"/>
            <a:ext cx="19407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SOLUSI STRATEGIS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0182225" y="457200"/>
            <a:ext cx="17502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Inovasi Sistem ZEVA v1.6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09600" y="66675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 Pilar Solusi ZEVA Logistik Material v1.6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47725" y="3529012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Fast Onboarding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47725" y="3814762"/>
            <a:ext cx="22193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Operator baru scan ID ➔ Langsung masuk ke Panel Input Task tanpa persetujuan Admin (Zero Waiting Time).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638550" y="3533775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Scan Lokasi Tujuan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638550" y="3819525"/>
            <a:ext cx="2219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 DELIVERED wajib divalidasi dengan scan QR Code fisik di line tujuan untuk jaminan 100% akurasi lokasi.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6429375" y="3533775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Poka-Yoke Fallback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6429375" y="3819525"/>
            <a:ext cx="2219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Jika operator lupa tekan "Berangkat", sistem otomatis mengambil timestamp scan material terakhir sebagai T1.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9220200" y="3609975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Spatiotemporal Metrics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9220200" y="3895725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Pencatatan presisi T1 (Picked), T2 (Delivered), dan T3 (Return) untuk analisis Cycle Time &amp; Lead Time.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/>
          <p:nvPr/>
        </p:nvSpPr>
        <p:spPr>
          <a:xfrm>
            <a:off x="609600" y="5714702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09600" y="3393876"/>
            <a:ext cx="3340149" cy="1104900"/>
          </a:xfrm>
          <a:prstGeom prst="roundRect">
            <a:avLst>
              <a:gd name="adj" fmla="val 8620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4425999" y="3393876"/>
            <a:ext cx="3340149" cy="1104900"/>
          </a:xfrm>
          <a:prstGeom prst="roundRect">
            <a:avLst>
              <a:gd name="adj" fmla="val 8620"/>
            </a:avLst>
          </a:prstGeom>
          <a:solidFill>
            <a:srgbClr val="F0FDF4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8242399" y="3393876"/>
            <a:ext cx="3340149" cy="1104900"/>
          </a:xfrm>
          <a:prstGeom prst="roundRect">
            <a:avLst>
              <a:gd name="adj" fmla="val 8620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924300" y="5943302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7753350" y="5943302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149" y="386536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549" y="3865364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609600" y="457200"/>
            <a:ext cx="227409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METRIK SIKLUS WAKTU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9563100" y="457200"/>
            <a:ext cx="2524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Pelacakan Tiga Titik Stempel Waktu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09600" y="176837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Formulasi Pelacakan Waktu Aktual Per Operator (T1, T2, T3)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382581" y="3584376"/>
            <a:ext cx="379418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T1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198980" y="3584376"/>
            <a:ext cx="379418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T2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015380" y="3584376"/>
            <a:ext cx="379418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T3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350234" y="3936801"/>
            <a:ext cx="385888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Picked / Departure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442112" y="4155876"/>
            <a:ext cx="367512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Rak &amp; Material di Gudang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166634" y="3936801"/>
            <a:ext cx="385888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Delivered at Line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4258512" y="4155876"/>
            <a:ext cx="367512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QR Code di Lokasi Tujuan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7983033" y="3936801"/>
            <a:ext cx="385888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 to Rack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8074911" y="4155876"/>
            <a:ext cx="367512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Rak Siklus Baru di Gudang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1343025" y="5867102"/>
            <a:ext cx="1276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Delivery Lead Time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343025" y="6029027"/>
            <a:ext cx="12763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T2 - T1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5238750" y="5867102"/>
            <a:ext cx="1209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 Lead Time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5238750" y="6029027"/>
            <a:ext cx="1209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T3 - T2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023746" y="5867102"/>
            <a:ext cx="1869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Round-Trip Cycle Time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9023746" y="6029027"/>
            <a:ext cx="18692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T3 - T1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/>
        </p:nvSpPr>
        <p:spPr>
          <a:xfrm>
            <a:off x="609600" y="2933700"/>
            <a:ext cx="3315890" cy="1724025"/>
          </a:xfrm>
          <a:prstGeom prst="roundRect">
            <a:avLst>
              <a:gd name="adj" fmla="val 6629"/>
            </a:avLst>
          </a:prstGeom>
          <a:solidFill>
            <a:srgbClr val="FFFBE8"/>
          </a:solidFill>
          <a:ln w="9525" cap="flat" cmpd="sng">
            <a:solidFill>
              <a:srgbClr val="FEF0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154090" y="2838450"/>
            <a:ext cx="3883818" cy="1914525"/>
          </a:xfrm>
          <a:prstGeom prst="roundRect">
            <a:avLst>
              <a:gd name="adj" fmla="val 5970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266509" y="3043237"/>
            <a:ext cx="331589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4392215" y="4219575"/>
            <a:ext cx="3407568" cy="295275"/>
          </a:xfrm>
          <a:prstGeom prst="roundRect">
            <a:avLst>
              <a:gd name="adj" fmla="val 19354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6515" y="43148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609600" y="457200"/>
            <a:ext cx="1785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MITIGASI RISIKO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9477375" y="457200"/>
            <a:ext cx="26312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Poka-Yoke Auto-Departure Fallback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09600" y="66675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Bagaimana Jika Operator Lupa Menekan Tombol Berangkat?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838200" y="3162300"/>
            <a:ext cx="2953940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1620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MASALAH LAPANGAN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4382690" y="3067050"/>
            <a:ext cx="3521868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SOLUSI POKA-YOKE v1.6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495109" y="3271837"/>
            <a:ext cx="295394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SPV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47725" y="3448050"/>
            <a:ext cx="308163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54D0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Operator Langsung Jalan Tanpa Press "Berangkat"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847725" y="3962400"/>
            <a:ext cx="29348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713F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 situasi sibuk, operator sering kali langsung membawa troli tanpa menyentuh tombol keberangkatan di aplikasi.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4392215" y="3352800"/>
            <a:ext cx="447243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Auto-Departure Fallback Logic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392215" y="3648075"/>
            <a:ext cx="35028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secara otomatis mengambil timestamp </a:t>
            </a:r>
            <a:r>
              <a:rPr lang="en-US" sz="975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material terakhir</a:t>
            </a:r>
            <a:r>
              <a:rPr lang="en-US" sz="975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sebagai nilai T1 saat operator melakukan scan QR Code di lokasi tujuan.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4506515" y="4295775"/>
            <a:ext cx="32742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Transaksi TETAP BERJALAN (0 Error / No Blocking)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8504634" y="3557587"/>
            <a:ext cx="36873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Flag Auto-Fallback Penanda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8504634" y="3852862"/>
            <a:ext cx="29348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menyematkan tag AUTO_FALLBACK di dashboard SPV untuk keperluan briefing kepatuhan tanpa mengganggu operasional.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09600" y="2914650"/>
            <a:ext cx="26289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609600" y="4191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09600" y="2914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09600" y="2914650"/>
            <a:ext cx="9525" cy="128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228975" y="2914650"/>
            <a:ext cx="9525" cy="128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3390900" y="2914650"/>
            <a:ext cx="26289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381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3390900" y="4191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3390900" y="2914650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3390900" y="2914650"/>
            <a:ext cx="9525" cy="128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010275" y="2914650"/>
            <a:ext cx="9525" cy="128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172200" y="2843212"/>
            <a:ext cx="26289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381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172200" y="426243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172200" y="2843212"/>
            <a:ext cx="26289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172200" y="2843212"/>
            <a:ext cx="9525" cy="1428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8791575" y="2843212"/>
            <a:ext cx="9525" cy="1428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8953500" y="2843212"/>
            <a:ext cx="26289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381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8953500" y="426243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953500" y="2843212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953500" y="2843212"/>
            <a:ext cx="9525" cy="1428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1572875" y="2843212"/>
            <a:ext cx="9525" cy="14287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609600" y="457200"/>
            <a:ext cx="183356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EXECUTION PLAN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9725025" y="457200"/>
            <a:ext cx="23217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Timeline Implementasi 5 Minggu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09600" y="66675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Tahapan Implementasi Menuju Go-Live Sistem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838200" y="3143250"/>
            <a:ext cx="22669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1 - 2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3619500" y="3143250"/>
            <a:ext cx="22669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3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6400800" y="3071812"/>
            <a:ext cx="22669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4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9182100" y="3071812"/>
            <a:ext cx="22669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5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771525" y="6086475"/>
            <a:ext cx="42624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Kebutuhan Hardware:</a:t>
            </a: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Tablet / PDA Scanner Gun eksisting.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7467600" y="6086475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Deployment:</a:t>
            </a: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Self-Hosted Local Server (Tanpa Biaya Cloud Bulanan).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847725" y="3438525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1: Setup Master Data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847725" y="36766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Pemasangan stiker QR Code di lokasi rak gudang &amp; stasiun line tujuan.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3629025" y="3438525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2: Pilot Line Testing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3629025" y="36766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Uji coba pada 1 lini pilot untuk memverifikasi alur scan &amp; fallback logic.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410325" y="3367087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3: Training Operator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410325" y="3605212"/>
            <a:ext cx="2247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Briefing hands-free scanning &amp; sosialisasi penggunaan untuk seluruh shift.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9191625" y="3367087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4: Full Go-Live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9191625" y="3605212"/>
            <a:ext cx="2247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Penerapan penuh dan pemantauan KPI Lead Time pada Dashboard GM/Manager.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609600" y="3421856"/>
            <a:ext cx="5372100" cy="1247775"/>
          </a:xfrm>
          <a:prstGeom prst="roundRect">
            <a:avLst>
              <a:gd name="adj" fmla="val 916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6210300" y="3421856"/>
            <a:ext cx="5372100" cy="1247775"/>
          </a:xfrm>
          <a:prstGeom prst="roundRect">
            <a:avLst>
              <a:gd name="adj" fmla="val 916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65998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8425" y="365998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609600" y="609600"/>
            <a:ext cx="11068050" cy="16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APPROVAL REQUEST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609600" y="904875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Rekomendasi Keputusan Management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609600" y="1514475"/>
            <a:ext cx="81915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Penerapan ZEVA Logistik Material v1.6 merupakan langkah strategis untuk mentransformasi pelacakan suplai material berbasis fakta Gemba, meningkatkan efisiensi lini, dan menjamin 100% akurasi penyerahan komponen.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609600" y="6048375"/>
            <a:ext cx="419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Mohon Arahan &amp; Persetujuan General Manager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9144000" y="6072187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ZEVA Logistik Material v1.6 Executive Deck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847725" y="4002881"/>
            <a:ext cx="642580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Persetujuan Pilot Project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847725" y="4279106"/>
            <a:ext cx="61198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Izin pelaksanaan uji coba pada 1 Lini Pilot selama 1 minggu.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6448425" y="4002881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Cetak Stiker QR Code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448425" y="4279106"/>
            <a:ext cx="5743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Pemasangan stiker QR Code master di rak dan lokasi line tujuan.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1892</Words>
  <Application>Microsoft Office PowerPoint</Application>
  <PresentationFormat>Widescreen</PresentationFormat>
  <Paragraphs>171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Calibri</vt:lpstr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ARIES APRILIYANTO</cp:lastModifiedBy>
  <cp:revision>1</cp:revision>
  <dcterms:modified xsi:type="dcterms:W3CDTF">2026-10-30T04:39:21Z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b09299e-76c5-48ff-813c-214441922665_Enabled">
    <vt:lpwstr>true</vt:lpwstr>
  </property>
  <property fmtid="{D5CDD505-2E9C-101B-9397-08002B2CF9AE}" pid="3" name="MSIP_Label_ab09299e-76c5-48ff-813c-214441922665_SetDate">
    <vt:lpwstr>2026-10-30T04:39:21Z</vt:lpwstr>
  </property>
  <property fmtid="{D5CDD505-2E9C-101B-9397-08002B2CF9AE}" pid="4" name="MSIP_Label_ab09299e-76c5-48ff-813c-214441922665_Method">
    <vt:lpwstr>Standard</vt:lpwstr>
  </property>
  <property fmtid="{D5CDD505-2E9C-101B-9397-08002B2CF9AE}" pid="5" name="MSIP_Label_ab09299e-76c5-48ff-813c-214441922665_Name">
    <vt:lpwstr>Confidential</vt:lpwstr>
  </property>
  <property fmtid="{D5CDD505-2E9C-101B-9397-08002B2CF9AE}" pid="6" name="MSIP_Label_ab09299e-76c5-48ff-813c-214441922665_SiteId">
    <vt:lpwstr>c26d3ea9-9778-487b-8a9b-8b0243c534ad</vt:lpwstr>
  </property>
  <property fmtid="{D5CDD505-2E9C-101B-9397-08002B2CF9AE}" pid="7" name="MSIP_Label_ab09299e-76c5-48ff-813c-214441922665_ActionId">
    <vt:lpwstr>6124332a-d820-4523-a9ac-4d258a27f800</vt:lpwstr>
  </property>
  <property fmtid="{D5CDD505-2E9C-101B-9397-08002B2CF9AE}" pid="8" name="MSIP_Label_ab09299e-76c5-48ff-813c-214441922665_ContentBits">
    <vt:lpwstr>1</vt:lpwstr>
  </property>
  <property fmtid="{D5CDD505-2E9C-101B-9397-08002B2CF9AE}" pid="9" name="MSIP_Label_ab09299e-76c5-48ff-813c-214441922665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Confidential</vt:lpwstr>
  </property>
</Properties>
</file>